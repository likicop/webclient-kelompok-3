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lacial Indifference" charset="1" panose="00000000000000000000"/>
      <p:regular r:id="rId16"/>
    </p:embeddedFont>
    <p:embeddedFont>
      <p:font typeface="League Spartan" charset="1" panose="00000800000000000000"/>
      <p:regular r:id="rId17"/>
    </p:embeddedFont>
    <p:embeddedFont>
      <p:font typeface="Maharlika" charset="1" panose="00000000000000000000"/>
      <p:regular r:id="rId18"/>
    </p:embeddedFont>
    <p:embeddedFont>
      <p:font typeface="Garet" charset="1" panose="00000000000000000000"/>
      <p:regular r:id="rId19"/>
    </p:embeddedFont>
    <p:embeddedFont>
      <p:font typeface="Garet Bold" charset="1" panose="00000000000000000000"/>
      <p:regular r:id="rId20"/>
    </p:embeddedFont>
    <p:embeddedFont>
      <p:font typeface="Open Sans" charset="1" panose="00000000000000000000"/>
      <p:regular r:id="rId21"/>
    </p:embeddedFont>
    <p:embeddedFont>
      <p:font typeface="Open Sans Bold Italics" charset="1" panose="00000000000000000000"/>
      <p:regular r:id="rId22"/>
    </p:embeddedFont>
    <p:embeddedFont>
      <p:font typeface="Open Sans Italics" charset="1" panose="00000000000000000000"/>
      <p:regular r:id="rId23"/>
    </p:embeddedFont>
    <p:embeddedFont>
      <p:font typeface="Poppins Bold" charset="1" panose="00000800000000000000"/>
      <p:regular r:id="rId24"/>
    </p:embeddedFont>
    <p:embeddedFont>
      <p:font typeface="Aileron Bold" charset="1" panose="00000800000000000000"/>
      <p:regular r:id="rId25"/>
    </p:embeddedFont>
    <p:embeddedFont>
      <p:font typeface="Montserrat Medium" charset="1" panose="00000600000000000000"/>
      <p:regular r:id="rId26"/>
    </p:embeddedFont>
    <p:embeddedFont>
      <p:font typeface="Montserrat Semi-Bold" charset="1" panose="000007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jpe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763796" y="0"/>
            <a:ext cx="8091523" cy="10923738"/>
            <a:chOff x="0" y="0"/>
            <a:chExt cx="2131101" cy="2877034"/>
          </a:xfrm>
        </p:grpSpPr>
        <p:sp>
          <p:nvSpPr>
            <p:cNvPr name="Freeform 3" id="3"/>
            <p:cNvSpPr/>
            <p:nvPr/>
          </p:nvSpPr>
          <p:spPr>
            <a:xfrm flipH="false" flipV="false" rot="0">
              <a:off x="0" y="0"/>
              <a:ext cx="2131101" cy="2877034"/>
            </a:xfrm>
            <a:custGeom>
              <a:avLst/>
              <a:gdLst/>
              <a:ahLst/>
              <a:cxnLst/>
              <a:rect r="r" b="b" t="t" l="l"/>
              <a:pathLst>
                <a:path h="2877034" w="2131101">
                  <a:moveTo>
                    <a:pt x="0" y="0"/>
                  </a:moveTo>
                  <a:lnTo>
                    <a:pt x="2131101" y="0"/>
                  </a:lnTo>
                  <a:lnTo>
                    <a:pt x="2131101" y="2877034"/>
                  </a:lnTo>
                  <a:lnTo>
                    <a:pt x="0" y="2877034"/>
                  </a:lnTo>
                  <a:close/>
                </a:path>
              </a:pathLst>
            </a:custGeom>
            <a:gradFill rotWithShape="true">
              <a:gsLst>
                <a:gs pos="0">
                  <a:srgbClr val="003060">
                    <a:alpha val="0"/>
                  </a:srgbClr>
                </a:gs>
                <a:gs pos="50000">
                  <a:srgbClr val="BBCEE1">
                    <a:alpha val="100000"/>
                  </a:srgbClr>
                </a:gs>
                <a:gs pos="100000">
                  <a:srgbClr val="0A84FF">
                    <a:alpha val="100000"/>
                  </a:srgbClr>
                </a:gs>
              </a:gsLst>
              <a:lin ang="0"/>
            </a:gradFill>
          </p:spPr>
        </p:sp>
        <p:sp>
          <p:nvSpPr>
            <p:cNvPr name="TextBox 4" id="4"/>
            <p:cNvSpPr txBox="true"/>
            <p:nvPr/>
          </p:nvSpPr>
          <p:spPr>
            <a:xfrm>
              <a:off x="0" y="-38100"/>
              <a:ext cx="2131101" cy="2915134"/>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2088381">
            <a:off x="6234676" y="5034634"/>
            <a:ext cx="7946576" cy="1601596"/>
            <a:chOff x="0" y="0"/>
            <a:chExt cx="3539030" cy="713275"/>
          </a:xfrm>
        </p:grpSpPr>
        <p:sp>
          <p:nvSpPr>
            <p:cNvPr name="Freeform 6" id="6"/>
            <p:cNvSpPr/>
            <p:nvPr/>
          </p:nvSpPr>
          <p:spPr>
            <a:xfrm flipH="false" flipV="false" rot="0">
              <a:off x="0" y="0"/>
              <a:ext cx="3539030" cy="713275"/>
            </a:xfrm>
            <a:custGeom>
              <a:avLst/>
              <a:gdLst/>
              <a:ahLst/>
              <a:cxnLst/>
              <a:rect r="r" b="b" t="t" l="l"/>
              <a:pathLst>
                <a:path h="713275" w="3539030">
                  <a:moveTo>
                    <a:pt x="203200" y="0"/>
                  </a:moveTo>
                  <a:lnTo>
                    <a:pt x="3539030" y="0"/>
                  </a:lnTo>
                  <a:lnTo>
                    <a:pt x="3335830" y="713275"/>
                  </a:lnTo>
                  <a:lnTo>
                    <a:pt x="0" y="713275"/>
                  </a:lnTo>
                  <a:lnTo>
                    <a:pt x="203200" y="0"/>
                  </a:lnTo>
                  <a:close/>
                </a:path>
              </a:pathLst>
            </a:custGeom>
            <a:solidFill>
              <a:srgbClr val="6C91E1"/>
            </a:solidFill>
          </p:spPr>
        </p:sp>
        <p:sp>
          <p:nvSpPr>
            <p:cNvPr name="TextBox 7" id="7"/>
            <p:cNvSpPr txBox="true"/>
            <p:nvPr/>
          </p:nvSpPr>
          <p:spPr>
            <a:xfrm>
              <a:off x="101600" y="-38100"/>
              <a:ext cx="3335830" cy="7513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624419" y="-22221"/>
            <a:ext cx="14248619" cy="8476983"/>
            <a:chOff x="0" y="0"/>
            <a:chExt cx="1024652" cy="609600"/>
          </a:xfrm>
        </p:grpSpPr>
        <p:sp>
          <p:nvSpPr>
            <p:cNvPr name="Freeform 9" id="9"/>
            <p:cNvSpPr/>
            <p:nvPr/>
          </p:nvSpPr>
          <p:spPr>
            <a:xfrm flipH="false" flipV="false" rot="0">
              <a:off x="0" y="0"/>
              <a:ext cx="1024652" cy="609600"/>
            </a:xfrm>
            <a:custGeom>
              <a:avLst/>
              <a:gdLst/>
              <a:ahLst/>
              <a:cxnLst/>
              <a:rect r="r" b="b" t="t" l="l"/>
              <a:pathLst>
                <a:path h="609600" w="1024652">
                  <a:moveTo>
                    <a:pt x="821452" y="0"/>
                  </a:moveTo>
                  <a:lnTo>
                    <a:pt x="0" y="0"/>
                  </a:lnTo>
                  <a:lnTo>
                    <a:pt x="203200" y="609600"/>
                  </a:lnTo>
                  <a:lnTo>
                    <a:pt x="1024652" y="609600"/>
                  </a:lnTo>
                  <a:lnTo>
                    <a:pt x="821452" y="0"/>
                  </a:lnTo>
                  <a:close/>
                </a:path>
              </a:pathLst>
            </a:custGeom>
            <a:solidFill>
              <a:srgbClr val="FFFFFF"/>
            </a:solidFill>
          </p:spPr>
        </p:sp>
        <p:sp>
          <p:nvSpPr>
            <p:cNvPr name="TextBox 10" id="10"/>
            <p:cNvSpPr txBox="true"/>
            <p:nvPr/>
          </p:nvSpPr>
          <p:spPr>
            <a:xfrm>
              <a:off x="101600" y="-38100"/>
              <a:ext cx="82145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776281" y="7206282"/>
            <a:ext cx="13689960" cy="1554646"/>
            <a:chOff x="0" y="0"/>
            <a:chExt cx="5368038" cy="609600"/>
          </a:xfrm>
        </p:grpSpPr>
        <p:sp>
          <p:nvSpPr>
            <p:cNvPr name="Freeform 12" id="12"/>
            <p:cNvSpPr/>
            <p:nvPr/>
          </p:nvSpPr>
          <p:spPr>
            <a:xfrm flipH="false" flipV="false" rot="0">
              <a:off x="0" y="0"/>
              <a:ext cx="5368038" cy="609600"/>
            </a:xfrm>
            <a:custGeom>
              <a:avLst/>
              <a:gdLst/>
              <a:ahLst/>
              <a:cxnLst/>
              <a:rect r="r" b="b" t="t" l="l"/>
              <a:pathLst>
                <a:path h="609600" w="5368038">
                  <a:moveTo>
                    <a:pt x="5164838" y="0"/>
                  </a:moveTo>
                  <a:lnTo>
                    <a:pt x="0" y="0"/>
                  </a:lnTo>
                  <a:lnTo>
                    <a:pt x="203200" y="609600"/>
                  </a:lnTo>
                  <a:lnTo>
                    <a:pt x="5368038" y="609600"/>
                  </a:lnTo>
                  <a:lnTo>
                    <a:pt x="5164838" y="0"/>
                  </a:lnTo>
                  <a:close/>
                </a:path>
              </a:pathLst>
            </a:custGeom>
            <a:solidFill>
              <a:srgbClr val="2664EB"/>
            </a:solidFill>
          </p:spPr>
        </p:sp>
        <p:sp>
          <p:nvSpPr>
            <p:cNvPr name="TextBox 13" id="13"/>
            <p:cNvSpPr txBox="true"/>
            <p:nvPr/>
          </p:nvSpPr>
          <p:spPr>
            <a:xfrm>
              <a:off x="101600" y="-38100"/>
              <a:ext cx="5164838"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8711618">
            <a:off x="-4225171" y="10108302"/>
            <a:ext cx="7946576" cy="1601596"/>
            <a:chOff x="0" y="0"/>
            <a:chExt cx="3539030" cy="713275"/>
          </a:xfrm>
        </p:grpSpPr>
        <p:sp>
          <p:nvSpPr>
            <p:cNvPr name="Freeform 15" id="15"/>
            <p:cNvSpPr/>
            <p:nvPr/>
          </p:nvSpPr>
          <p:spPr>
            <a:xfrm flipH="false" flipV="false" rot="0">
              <a:off x="0" y="0"/>
              <a:ext cx="3539030" cy="713275"/>
            </a:xfrm>
            <a:custGeom>
              <a:avLst/>
              <a:gdLst/>
              <a:ahLst/>
              <a:cxnLst/>
              <a:rect r="r" b="b" t="t" l="l"/>
              <a:pathLst>
                <a:path h="713275" w="3539030">
                  <a:moveTo>
                    <a:pt x="203200" y="0"/>
                  </a:moveTo>
                  <a:lnTo>
                    <a:pt x="3539030" y="0"/>
                  </a:lnTo>
                  <a:lnTo>
                    <a:pt x="3335830" y="713275"/>
                  </a:lnTo>
                  <a:lnTo>
                    <a:pt x="0" y="713275"/>
                  </a:lnTo>
                  <a:lnTo>
                    <a:pt x="203200" y="0"/>
                  </a:lnTo>
                  <a:close/>
                </a:path>
              </a:pathLst>
            </a:custGeom>
            <a:solidFill>
              <a:srgbClr val="6C91E1"/>
            </a:solidFill>
          </p:spPr>
        </p:sp>
        <p:sp>
          <p:nvSpPr>
            <p:cNvPr name="TextBox 16" id="16"/>
            <p:cNvSpPr txBox="true"/>
            <p:nvPr/>
          </p:nvSpPr>
          <p:spPr>
            <a:xfrm>
              <a:off x="101600" y="-38100"/>
              <a:ext cx="3335830" cy="75137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0800000">
            <a:off x="-10537043" y="7983605"/>
            <a:ext cx="13689960" cy="1554646"/>
            <a:chOff x="0" y="0"/>
            <a:chExt cx="5368038" cy="609600"/>
          </a:xfrm>
        </p:grpSpPr>
        <p:sp>
          <p:nvSpPr>
            <p:cNvPr name="Freeform 18" id="18"/>
            <p:cNvSpPr/>
            <p:nvPr/>
          </p:nvSpPr>
          <p:spPr>
            <a:xfrm flipH="false" flipV="false" rot="0">
              <a:off x="0" y="0"/>
              <a:ext cx="5368038" cy="609600"/>
            </a:xfrm>
            <a:custGeom>
              <a:avLst/>
              <a:gdLst/>
              <a:ahLst/>
              <a:cxnLst/>
              <a:rect r="r" b="b" t="t" l="l"/>
              <a:pathLst>
                <a:path h="609600" w="5368038">
                  <a:moveTo>
                    <a:pt x="5164838" y="0"/>
                  </a:moveTo>
                  <a:lnTo>
                    <a:pt x="0" y="0"/>
                  </a:lnTo>
                  <a:lnTo>
                    <a:pt x="203200" y="609600"/>
                  </a:lnTo>
                  <a:lnTo>
                    <a:pt x="5368038" y="609600"/>
                  </a:lnTo>
                  <a:lnTo>
                    <a:pt x="5164838" y="0"/>
                  </a:lnTo>
                  <a:close/>
                </a:path>
              </a:pathLst>
            </a:custGeom>
            <a:solidFill>
              <a:srgbClr val="2664EB"/>
            </a:solidFill>
          </p:spPr>
        </p:sp>
        <p:sp>
          <p:nvSpPr>
            <p:cNvPr name="TextBox 19" id="19"/>
            <p:cNvSpPr txBox="true"/>
            <p:nvPr/>
          </p:nvSpPr>
          <p:spPr>
            <a:xfrm>
              <a:off x="101600" y="-38100"/>
              <a:ext cx="5164838" cy="6477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14251808" y="1748675"/>
            <a:ext cx="3315799" cy="698172"/>
          </a:xfrm>
          <a:prstGeom prst="rect">
            <a:avLst/>
          </a:prstGeom>
        </p:spPr>
        <p:txBody>
          <a:bodyPr anchor="t" rtlCol="false" tIns="0" lIns="0" bIns="0" rIns="0">
            <a:spAutoFit/>
          </a:bodyPr>
          <a:lstStyle/>
          <a:p>
            <a:pPr algn="r">
              <a:lnSpc>
                <a:spcPts val="2737"/>
              </a:lnSpc>
            </a:pPr>
            <a:r>
              <a:rPr lang="en-US" sz="2300">
                <a:solidFill>
                  <a:srgbClr val="000000"/>
                </a:solidFill>
                <a:latin typeface="Glacial Indifference"/>
                <a:ea typeface="Glacial Indifference"/>
                <a:cs typeface="Glacial Indifference"/>
                <a:sym typeface="Glacial Indifference"/>
              </a:rPr>
              <a:t>Presented By :</a:t>
            </a:r>
          </a:p>
          <a:p>
            <a:pPr algn="r">
              <a:lnSpc>
                <a:spcPts val="2737"/>
              </a:lnSpc>
            </a:pPr>
            <a:r>
              <a:rPr lang="en-US" sz="2300">
                <a:solidFill>
                  <a:srgbClr val="000000"/>
                </a:solidFill>
                <a:latin typeface="Glacial Indifference"/>
                <a:ea typeface="Glacial Indifference"/>
                <a:cs typeface="Glacial Indifference"/>
                <a:sym typeface="Glacial Indifference"/>
              </a:rPr>
              <a:t>Group 3 </a:t>
            </a:r>
          </a:p>
        </p:txBody>
      </p:sp>
      <p:sp>
        <p:nvSpPr>
          <p:cNvPr name="TextBox 21" id="21"/>
          <p:cNvSpPr txBox="true"/>
          <p:nvPr/>
        </p:nvSpPr>
        <p:spPr>
          <a:xfrm rot="0">
            <a:off x="10635427" y="7801169"/>
            <a:ext cx="5021142" cy="355346"/>
          </a:xfrm>
          <a:prstGeom prst="rect">
            <a:avLst/>
          </a:prstGeom>
        </p:spPr>
        <p:txBody>
          <a:bodyPr anchor="t" rtlCol="false" tIns="0" lIns="0" bIns="0" rIns="0">
            <a:spAutoFit/>
          </a:bodyPr>
          <a:lstStyle/>
          <a:p>
            <a:pPr algn="r">
              <a:lnSpc>
                <a:spcPts val="2737"/>
              </a:lnSpc>
            </a:pPr>
            <a:r>
              <a:rPr lang="en-US" sz="2300">
                <a:solidFill>
                  <a:srgbClr val="FFFFFF"/>
                </a:solidFill>
                <a:latin typeface="Glacial Indifference"/>
                <a:ea typeface="Glacial Indifference"/>
                <a:cs typeface="Glacial Indifference"/>
                <a:sym typeface="Glacial Indifference"/>
              </a:rPr>
              <a:t>Mata Kuliah : Web-Client Development</a:t>
            </a:r>
          </a:p>
        </p:txBody>
      </p:sp>
      <p:sp>
        <p:nvSpPr>
          <p:cNvPr name="TextBox 22" id="22"/>
          <p:cNvSpPr txBox="true"/>
          <p:nvPr/>
        </p:nvSpPr>
        <p:spPr>
          <a:xfrm rot="0">
            <a:off x="12238158" y="7719445"/>
            <a:ext cx="5021142" cy="528320"/>
          </a:xfrm>
          <a:prstGeom prst="rect">
            <a:avLst/>
          </a:prstGeom>
        </p:spPr>
        <p:txBody>
          <a:bodyPr anchor="t" rtlCol="false" tIns="0" lIns="0" bIns="0" rIns="0">
            <a:spAutoFit/>
          </a:bodyPr>
          <a:lstStyle/>
          <a:p>
            <a:pPr algn="r">
              <a:lnSpc>
                <a:spcPts val="4165"/>
              </a:lnSpc>
            </a:pPr>
            <a:r>
              <a:rPr lang="en-US" sz="3500">
                <a:solidFill>
                  <a:srgbClr val="FFFFFF"/>
                </a:solidFill>
                <a:latin typeface="Glacial Indifference"/>
                <a:ea typeface="Glacial Indifference"/>
                <a:cs typeface="Glacial Indifference"/>
                <a:sym typeface="Glacial Indifference"/>
              </a:rPr>
              <a:t>ComP2</a:t>
            </a:r>
          </a:p>
        </p:txBody>
      </p:sp>
      <p:sp>
        <p:nvSpPr>
          <p:cNvPr name="TextBox 23" id="23"/>
          <p:cNvSpPr txBox="true"/>
          <p:nvPr/>
        </p:nvSpPr>
        <p:spPr>
          <a:xfrm rot="0">
            <a:off x="9144000" y="4306768"/>
            <a:ext cx="8423607" cy="1528664"/>
          </a:xfrm>
          <a:prstGeom prst="rect">
            <a:avLst/>
          </a:prstGeom>
        </p:spPr>
        <p:txBody>
          <a:bodyPr anchor="t" rtlCol="false" tIns="0" lIns="0" bIns="0" rIns="0">
            <a:spAutoFit/>
          </a:bodyPr>
          <a:lstStyle/>
          <a:p>
            <a:pPr algn="r">
              <a:lnSpc>
                <a:spcPts val="12530"/>
              </a:lnSpc>
            </a:pPr>
            <a:r>
              <a:rPr lang="en-US" sz="8950">
                <a:solidFill>
                  <a:srgbClr val="578FEC"/>
                </a:solidFill>
                <a:latin typeface="League Spartan"/>
                <a:ea typeface="League Spartan"/>
                <a:cs typeface="League Spartan"/>
                <a:sym typeface="League Spartan"/>
              </a:rPr>
              <a:t>PROJECT UTS</a:t>
            </a:r>
          </a:p>
        </p:txBody>
      </p:sp>
      <p:grpSp>
        <p:nvGrpSpPr>
          <p:cNvPr name="Group 24" id="24"/>
          <p:cNvGrpSpPr/>
          <p:nvPr/>
        </p:nvGrpSpPr>
        <p:grpSpPr>
          <a:xfrm rot="0">
            <a:off x="6965746" y="2909937"/>
            <a:ext cx="10601861" cy="1498941"/>
            <a:chOff x="0" y="0"/>
            <a:chExt cx="14135814" cy="1998588"/>
          </a:xfrm>
        </p:grpSpPr>
        <p:sp>
          <p:nvSpPr>
            <p:cNvPr name="TextBox 25" id="25"/>
            <p:cNvSpPr txBox="true"/>
            <p:nvPr/>
          </p:nvSpPr>
          <p:spPr>
            <a:xfrm rot="0">
              <a:off x="0" y="-295275"/>
              <a:ext cx="10820400" cy="2293863"/>
            </a:xfrm>
            <a:prstGeom prst="rect">
              <a:avLst/>
            </a:prstGeom>
          </p:spPr>
          <p:txBody>
            <a:bodyPr anchor="t" rtlCol="false" tIns="0" lIns="0" bIns="0" rIns="0">
              <a:spAutoFit/>
            </a:bodyPr>
            <a:lstStyle/>
            <a:p>
              <a:pPr algn="r">
                <a:lnSpc>
                  <a:spcPts val="13838"/>
                </a:lnSpc>
              </a:pPr>
              <a:r>
                <a:rPr lang="en-US" sz="9884">
                  <a:solidFill>
                    <a:srgbClr val="000000"/>
                  </a:solidFill>
                  <a:latin typeface="Maharlika"/>
                  <a:ea typeface="Maharlika"/>
                  <a:cs typeface="Maharlika"/>
                  <a:sym typeface="Maharlika"/>
                </a:rPr>
                <a:t>NEXA</a:t>
              </a:r>
            </a:p>
          </p:txBody>
        </p:sp>
        <p:sp>
          <p:nvSpPr>
            <p:cNvPr name="TextBox 26" id="26"/>
            <p:cNvSpPr txBox="true"/>
            <p:nvPr/>
          </p:nvSpPr>
          <p:spPr>
            <a:xfrm rot="0">
              <a:off x="10302979" y="-295275"/>
              <a:ext cx="3832836" cy="2293863"/>
            </a:xfrm>
            <a:prstGeom prst="rect">
              <a:avLst/>
            </a:prstGeom>
          </p:spPr>
          <p:txBody>
            <a:bodyPr anchor="t" rtlCol="false" tIns="0" lIns="0" bIns="0" rIns="0">
              <a:spAutoFit/>
            </a:bodyPr>
            <a:lstStyle/>
            <a:p>
              <a:pPr algn="r">
                <a:lnSpc>
                  <a:spcPts val="13838"/>
                </a:lnSpc>
              </a:pPr>
              <a:r>
                <a:rPr lang="en-US" sz="9884">
                  <a:solidFill>
                    <a:srgbClr val="578FEC"/>
                  </a:solidFill>
                  <a:latin typeface="Maharlika"/>
                  <a:ea typeface="Maharlika"/>
                  <a:cs typeface="Maharlika"/>
                  <a:sym typeface="Maharlika"/>
                </a:rPr>
                <a:t>Lab</a:t>
              </a:r>
            </a:p>
          </p:txBody>
        </p:sp>
      </p:grpSp>
      <p:grpSp>
        <p:nvGrpSpPr>
          <p:cNvPr name="Group 27" id="27"/>
          <p:cNvGrpSpPr/>
          <p:nvPr/>
        </p:nvGrpSpPr>
        <p:grpSpPr>
          <a:xfrm rot="0">
            <a:off x="-930738" y="0"/>
            <a:ext cx="8432540" cy="8432540"/>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2"/>
              <a:stretch>
                <a:fillRect l="-16164" t="0" r="-61828" b="0"/>
              </a:stretch>
            </a:blipFill>
            <a:ln w="76200" cap="sq">
              <a:solidFill>
                <a:srgbClr val="FFFFFF"/>
              </a:solidFill>
              <a:prstDash val="solid"/>
              <a:miter/>
            </a:ln>
          </p:spPr>
        </p:sp>
      </p:grpSp>
      <p:grpSp>
        <p:nvGrpSpPr>
          <p:cNvPr name="Group 29" id="29"/>
          <p:cNvGrpSpPr/>
          <p:nvPr/>
        </p:nvGrpSpPr>
        <p:grpSpPr>
          <a:xfrm rot="0">
            <a:off x="-1642198" y="3467862"/>
            <a:ext cx="5094067" cy="509406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3"/>
              <a:stretch>
                <a:fillRect l="0" t="-16747" r="0" b="-16747"/>
              </a:stretch>
            </a:blipFill>
            <a:ln w="76200" cap="sq">
              <a:solidFill>
                <a:srgbClr val="FFFFFF"/>
              </a:solidFill>
              <a:prstDash val="solid"/>
              <a:miter/>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9497777" y="3353141"/>
            <a:ext cx="817854" cy="720378"/>
            <a:chOff x="0" y="0"/>
            <a:chExt cx="215402" cy="189729"/>
          </a:xfrm>
        </p:grpSpPr>
        <p:sp>
          <p:nvSpPr>
            <p:cNvPr name="Freeform 4" id="4"/>
            <p:cNvSpPr/>
            <p:nvPr/>
          </p:nvSpPr>
          <p:spPr>
            <a:xfrm flipH="false" flipV="false" rot="0">
              <a:off x="0" y="0"/>
              <a:ext cx="215402" cy="189729"/>
            </a:xfrm>
            <a:custGeom>
              <a:avLst/>
              <a:gdLst/>
              <a:ahLst/>
              <a:cxnLst/>
              <a:rect r="r" b="b" t="t" l="l"/>
              <a:pathLst>
                <a:path h="189729" w="215402">
                  <a:moveTo>
                    <a:pt x="94865" y="0"/>
                  </a:moveTo>
                  <a:lnTo>
                    <a:pt x="120537" y="0"/>
                  </a:lnTo>
                  <a:cubicBezTo>
                    <a:pt x="145697" y="0"/>
                    <a:pt x="169826" y="9995"/>
                    <a:pt x="187617" y="27785"/>
                  </a:cubicBezTo>
                  <a:cubicBezTo>
                    <a:pt x="205407" y="45576"/>
                    <a:pt x="215402" y="69705"/>
                    <a:pt x="215402" y="94865"/>
                  </a:cubicBezTo>
                  <a:lnTo>
                    <a:pt x="215402" y="94865"/>
                  </a:lnTo>
                  <a:cubicBezTo>
                    <a:pt x="215402" y="147257"/>
                    <a:pt x="172930" y="189729"/>
                    <a:pt x="120537" y="189729"/>
                  </a:cubicBezTo>
                  <a:lnTo>
                    <a:pt x="94865" y="189729"/>
                  </a:lnTo>
                  <a:cubicBezTo>
                    <a:pt x="69705" y="189729"/>
                    <a:pt x="45576" y="179735"/>
                    <a:pt x="27785" y="161944"/>
                  </a:cubicBezTo>
                  <a:cubicBezTo>
                    <a:pt x="9995" y="144153"/>
                    <a:pt x="0" y="120024"/>
                    <a:pt x="0" y="94865"/>
                  </a:cubicBezTo>
                  <a:lnTo>
                    <a:pt x="0" y="94865"/>
                  </a:lnTo>
                  <a:cubicBezTo>
                    <a:pt x="0" y="69705"/>
                    <a:pt x="9995" y="45576"/>
                    <a:pt x="27785" y="27785"/>
                  </a:cubicBezTo>
                  <a:cubicBezTo>
                    <a:pt x="45576" y="9995"/>
                    <a:pt x="69705" y="0"/>
                    <a:pt x="94865" y="0"/>
                  </a:cubicBezTo>
                  <a:close/>
                </a:path>
              </a:pathLst>
            </a:custGeom>
            <a:gradFill rotWithShape="true">
              <a:gsLst>
                <a:gs pos="0">
                  <a:srgbClr val="057DF7">
                    <a:alpha val="100000"/>
                  </a:srgbClr>
                </a:gs>
                <a:gs pos="100000">
                  <a:srgbClr val="003060">
                    <a:alpha val="0"/>
                  </a:srgbClr>
                </a:gs>
              </a:gsLst>
              <a:lin ang="5400000"/>
            </a:gradFill>
          </p:spPr>
        </p:sp>
        <p:sp>
          <p:nvSpPr>
            <p:cNvPr name="TextBox 5" id="5"/>
            <p:cNvSpPr txBox="true"/>
            <p:nvPr/>
          </p:nvSpPr>
          <p:spPr>
            <a:xfrm>
              <a:off x="0" y="-57150"/>
              <a:ext cx="215402" cy="246879"/>
            </a:xfrm>
            <a:prstGeom prst="rect">
              <a:avLst/>
            </a:prstGeom>
          </p:spPr>
          <p:txBody>
            <a:bodyPr anchor="ctr" rtlCol="false" tIns="50800" lIns="50800" bIns="50800" rIns="50800"/>
            <a:lstStyle/>
            <a:p>
              <a:pPr algn="ctr">
                <a:lnSpc>
                  <a:spcPts val="3500"/>
                </a:lnSpc>
              </a:pPr>
              <a:r>
                <a:rPr lang="en-US" sz="2500">
                  <a:solidFill>
                    <a:srgbClr val="FFFFFF"/>
                  </a:solidFill>
                  <a:latin typeface="Garet"/>
                  <a:ea typeface="Garet"/>
                  <a:cs typeface="Garet"/>
                  <a:sym typeface="Garet"/>
                </a:rPr>
                <a:t>01</a:t>
              </a:r>
            </a:p>
          </p:txBody>
        </p:sp>
      </p:grpSp>
      <p:grpSp>
        <p:nvGrpSpPr>
          <p:cNvPr name="Group 6" id="6"/>
          <p:cNvGrpSpPr/>
          <p:nvPr/>
        </p:nvGrpSpPr>
        <p:grpSpPr>
          <a:xfrm rot="0">
            <a:off x="9497777" y="4184128"/>
            <a:ext cx="817854" cy="720378"/>
            <a:chOff x="0" y="0"/>
            <a:chExt cx="215402" cy="189729"/>
          </a:xfrm>
        </p:grpSpPr>
        <p:sp>
          <p:nvSpPr>
            <p:cNvPr name="Freeform 7" id="7"/>
            <p:cNvSpPr/>
            <p:nvPr/>
          </p:nvSpPr>
          <p:spPr>
            <a:xfrm flipH="false" flipV="false" rot="0">
              <a:off x="0" y="0"/>
              <a:ext cx="215402" cy="189729"/>
            </a:xfrm>
            <a:custGeom>
              <a:avLst/>
              <a:gdLst/>
              <a:ahLst/>
              <a:cxnLst/>
              <a:rect r="r" b="b" t="t" l="l"/>
              <a:pathLst>
                <a:path h="189729" w="215402">
                  <a:moveTo>
                    <a:pt x="94865" y="0"/>
                  </a:moveTo>
                  <a:lnTo>
                    <a:pt x="120537" y="0"/>
                  </a:lnTo>
                  <a:cubicBezTo>
                    <a:pt x="145697" y="0"/>
                    <a:pt x="169826" y="9995"/>
                    <a:pt x="187617" y="27785"/>
                  </a:cubicBezTo>
                  <a:cubicBezTo>
                    <a:pt x="205407" y="45576"/>
                    <a:pt x="215402" y="69705"/>
                    <a:pt x="215402" y="94865"/>
                  </a:cubicBezTo>
                  <a:lnTo>
                    <a:pt x="215402" y="94865"/>
                  </a:lnTo>
                  <a:cubicBezTo>
                    <a:pt x="215402" y="147257"/>
                    <a:pt x="172930" y="189729"/>
                    <a:pt x="120537" y="189729"/>
                  </a:cubicBezTo>
                  <a:lnTo>
                    <a:pt x="94865" y="189729"/>
                  </a:lnTo>
                  <a:cubicBezTo>
                    <a:pt x="69705" y="189729"/>
                    <a:pt x="45576" y="179735"/>
                    <a:pt x="27785" y="161944"/>
                  </a:cubicBezTo>
                  <a:cubicBezTo>
                    <a:pt x="9995" y="144153"/>
                    <a:pt x="0" y="120024"/>
                    <a:pt x="0" y="94865"/>
                  </a:cubicBezTo>
                  <a:lnTo>
                    <a:pt x="0" y="94865"/>
                  </a:lnTo>
                  <a:cubicBezTo>
                    <a:pt x="0" y="69705"/>
                    <a:pt x="9995" y="45576"/>
                    <a:pt x="27785" y="27785"/>
                  </a:cubicBezTo>
                  <a:cubicBezTo>
                    <a:pt x="45576" y="9995"/>
                    <a:pt x="69705" y="0"/>
                    <a:pt x="94865" y="0"/>
                  </a:cubicBezTo>
                  <a:close/>
                </a:path>
              </a:pathLst>
            </a:custGeom>
            <a:gradFill rotWithShape="true">
              <a:gsLst>
                <a:gs pos="0">
                  <a:srgbClr val="057DF7">
                    <a:alpha val="100000"/>
                  </a:srgbClr>
                </a:gs>
                <a:gs pos="100000">
                  <a:srgbClr val="003060">
                    <a:alpha val="0"/>
                  </a:srgbClr>
                </a:gs>
              </a:gsLst>
              <a:lin ang="5400000"/>
            </a:gradFill>
          </p:spPr>
        </p:sp>
        <p:sp>
          <p:nvSpPr>
            <p:cNvPr name="TextBox 8" id="8"/>
            <p:cNvSpPr txBox="true"/>
            <p:nvPr/>
          </p:nvSpPr>
          <p:spPr>
            <a:xfrm>
              <a:off x="0" y="-57150"/>
              <a:ext cx="215402" cy="246879"/>
            </a:xfrm>
            <a:prstGeom prst="rect">
              <a:avLst/>
            </a:prstGeom>
          </p:spPr>
          <p:txBody>
            <a:bodyPr anchor="ctr" rtlCol="false" tIns="50800" lIns="50800" bIns="50800" rIns="50800"/>
            <a:lstStyle/>
            <a:p>
              <a:pPr algn="ctr">
                <a:lnSpc>
                  <a:spcPts val="3500"/>
                </a:lnSpc>
              </a:pPr>
              <a:r>
                <a:rPr lang="en-US" sz="2500">
                  <a:solidFill>
                    <a:srgbClr val="FFFFFF"/>
                  </a:solidFill>
                  <a:latin typeface="Garet"/>
                  <a:ea typeface="Garet"/>
                  <a:cs typeface="Garet"/>
                  <a:sym typeface="Garet"/>
                </a:rPr>
                <a:t>02</a:t>
              </a:r>
            </a:p>
          </p:txBody>
        </p:sp>
      </p:grpSp>
      <p:grpSp>
        <p:nvGrpSpPr>
          <p:cNvPr name="Group 9" id="9"/>
          <p:cNvGrpSpPr/>
          <p:nvPr/>
        </p:nvGrpSpPr>
        <p:grpSpPr>
          <a:xfrm rot="0">
            <a:off x="9497777" y="5018807"/>
            <a:ext cx="817854" cy="720378"/>
            <a:chOff x="0" y="0"/>
            <a:chExt cx="215402" cy="189729"/>
          </a:xfrm>
        </p:grpSpPr>
        <p:sp>
          <p:nvSpPr>
            <p:cNvPr name="Freeform 10" id="10"/>
            <p:cNvSpPr/>
            <p:nvPr/>
          </p:nvSpPr>
          <p:spPr>
            <a:xfrm flipH="false" flipV="false" rot="0">
              <a:off x="0" y="0"/>
              <a:ext cx="215402" cy="189729"/>
            </a:xfrm>
            <a:custGeom>
              <a:avLst/>
              <a:gdLst/>
              <a:ahLst/>
              <a:cxnLst/>
              <a:rect r="r" b="b" t="t" l="l"/>
              <a:pathLst>
                <a:path h="189729" w="215402">
                  <a:moveTo>
                    <a:pt x="94865" y="0"/>
                  </a:moveTo>
                  <a:lnTo>
                    <a:pt x="120537" y="0"/>
                  </a:lnTo>
                  <a:cubicBezTo>
                    <a:pt x="145697" y="0"/>
                    <a:pt x="169826" y="9995"/>
                    <a:pt x="187617" y="27785"/>
                  </a:cubicBezTo>
                  <a:cubicBezTo>
                    <a:pt x="205407" y="45576"/>
                    <a:pt x="215402" y="69705"/>
                    <a:pt x="215402" y="94865"/>
                  </a:cubicBezTo>
                  <a:lnTo>
                    <a:pt x="215402" y="94865"/>
                  </a:lnTo>
                  <a:cubicBezTo>
                    <a:pt x="215402" y="147257"/>
                    <a:pt x="172930" y="189729"/>
                    <a:pt x="120537" y="189729"/>
                  </a:cubicBezTo>
                  <a:lnTo>
                    <a:pt x="94865" y="189729"/>
                  </a:lnTo>
                  <a:cubicBezTo>
                    <a:pt x="69705" y="189729"/>
                    <a:pt x="45576" y="179735"/>
                    <a:pt x="27785" y="161944"/>
                  </a:cubicBezTo>
                  <a:cubicBezTo>
                    <a:pt x="9995" y="144153"/>
                    <a:pt x="0" y="120024"/>
                    <a:pt x="0" y="94865"/>
                  </a:cubicBezTo>
                  <a:lnTo>
                    <a:pt x="0" y="94865"/>
                  </a:lnTo>
                  <a:cubicBezTo>
                    <a:pt x="0" y="69705"/>
                    <a:pt x="9995" y="45576"/>
                    <a:pt x="27785" y="27785"/>
                  </a:cubicBezTo>
                  <a:cubicBezTo>
                    <a:pt x="45576" y="9995"/>
                    <a:pt x="69705" y="0"/>
                    <a:pt x="94865" y="0"/>
                  </a:cubicBezTo>
                  <a:close/>
                </a:path>
              </a:pathLst>
            </a:custGeom>
            <a:gradFill rotWithShape="true">
              <a:gsLst>
                <a:gs pos="0">
                  <a:srgbClr val="057DF7">
                    <a:alpha val="100000"/>
                  </a:srgbClr>
                </a:gs>
                <a:gs pos="100000">
                  <a:srgbClr val="003060">
                    <a:alpha val="0"/>
                  </a:srgbClr>
                </a:gs>
              </a:gsLst>
              <a:lin ang="5400000"/>
            </a:gradFill>
          </p:spPr>
        </p:sp>
        <p:sp>
          <p:nvSpPr>
            <p:cNvPr name="TextBox 11" id="11"/>
            <p:cNvSpPr txBox="true"/>
            <p:nvPr/>
          </p:nvSpPr>
          <p:spPr>
            <a:xfrm>
              <a:off x="0" y="-57150"/>
              <a:ext cx="215402" cy="246879"/>
            </a:xfrm>
            <a:prstGeom prst="rect">
              <a:avLst/>
            </a:prstGeom>
          </p:spPr>
          <p:txBody>
            <a:bodyPr anchor="ctr" rtlCol="false" tIns="50800" lIns="50800" bIns="50800" rIns="50800"/>
            <a:lstStyle/>
            <a:p>
              <a:pPr algn="ctr">
                <a:lnSpc>
                  <a:spcPts val="3500"/>
                </a:lnSpc>
              </a:pPr>
              <a:r>
                <a:rPr lang="en-US" sz="2500">
                  <a:solidFill>
                    <a:srgbClr val="FFFFFF"/>
                  </a:solidFill>
                  <a:latin typeface="Garet"/>
                  <a:ea typeface="Garet"/>
                  <a:cs typeface="Garet"/>
                  <a:sym typeface="Garet"/>
                </a:rPr>
                <a:t>03</a:t>
              </a:r>
            </a:p>
          </p:txBody>
        </p:sp>
      </p:grpSp>
      <p:grpSp>
        <p:nvGrpSpPr>
          <p:cNvPr name="Group 12" id="12"/>
          <p:cNvGrpSpPr/>
          <p:nvPr/>
        </p:nvGrpSpPr>
        <p:grpSpPr>
          <a:xfrm rot="0">
            <a:off x="9497777" y="5853485"/>
            <a:ext cx="817854" cy="720378"/>
            <a:chOff x="0" y="0"/>
            <a:chExt cx="215402" cy="189729"/>
          </a:xfrm>
        </p:grpSpPr>
        <p:sp>
          <p:nvSpPr>
            <p:cNvPr name="Freeform 13" id="13"/>
            <p:cNvSpPr/>
            <p:nvPr/>
          </p:nvSpPr>
          <p:spPr>
            <a:xfrm flipH="false" flipV="false" rot="0">
              <a:off x="0" y="0"/>
              <a:ext cx="215402" cy="189729"/>
            </a:xfrm>
            <a:custGeom>
              <a:avLst/>
              <a:gdLst/>
              <a:ahLst/>
              <a:cxnLst/>
              <a:rect r="r" b="b" t="t" l="l"/>
              <a:pathLst>
                <a:path h="189729" w="215402">
                  <a:moveTo>
                    <a:pt x="94865" y="0"/>
                  </a:moveTo>
                  <a:lnTo>
                    <a:pt x="120537" y="0"/>
                  </a:lnTo>
                  <a:cubicBezTo>
                    <a:pt x="145697" y="0"/>
                    <a:pt x="169826" y="9995"/>
                    <a:pt x="187617" y="27785"/>
                  </a:cubicBezTo>
                  <a:cubicBezTo>
                    <a:pt x="205407" y="45576"/>
                    <a:pt x="215402" y="69705"/>
                    <a:pt x="215402" y="94865"/>
                  </a:cubicBezTo>
                  <a:lnTo>
                    <a:pt x="215402" y="94865"/>
                  </a:lnTo>
                  <a:cubicBezTo>
                    <a:pt x="215402" y="147257"/>
                    <a:pt x="172930" y="189729"/>
                    <a:pt x="120537" y="189729"/>
                  </a:cubicBezTo>
                  <a:lnTo>
                    <a:pt x="94865" y="189729"/>
                  </a:lnTo>
                  <a:cubicBezTo>
                    <a:pt x="69705" y="189729"/>
                    <a:pt x="45576" y="179735"/>
                    <a:pt x="27785" y="161944"/>
                  </a:cubicBezTo>
                  <a:cubicBezTo>
                    <a:pt x="9995" y="144153"/>
                    <a:pt x="0" y="120024"/>
                    <a:pt x="0" y="94865"/>
                  </a:cubicBezTo>
                  <a:lnTo>
                    <a:pt x="0" y="94865"/>
                  </a:lnTo>
                  <a:cubicBezTo>
                    <a:pt x="0" y="69705"/>
                    <a:pt x="9995" y="45576"/>
                    <a:pt x="27785" y="27785"/>
                  </a:cubicBezTo>
                  <a:cubicBezTo>
                    <a:pt x="45576" y="9995"/>
                    <a:pt x="69705" y="0"/>
                    <a:pt x="94865" y="0"/>
                  </a:cubicBezTo>
                  <a:close/>
                </a:path>
              </a:pathLst>
            </a:custGeom>
            <a:gradFill rotWithShape="true">
              <a:gsLst>
                <a:gs pos="0">
                  <a:srgbClr val="057DF7">
                    <a:alpha val="100000"/>
                  </a:srgbClr>
                </a:gs>
                <a:gs pos="100000">
                  <a:srgbClr val="003060">
                    <a:alpha val="0"/>
                  </a:srgbClr>
                </a:gs>
              </a:gsLst>
              <a:lin ang="5400000"/>
            </a:gradFill>
          </p:spPr>
        </p:sp>
        <p:sp>
          <p:nvSpPr>
            <p:cNvPr name="TextBox 14" id="14"/>
            <p:cNvSpPr txBox="true"/>
            <p:nvPr/>
          </p:nvSpPr>
          <p:spPr>
            <a:xfrm>
              <a:off x="0" y="-57150"/>
              <a:ext cx="215402" cy="246879"/>
            </a:xfrm>
            <a:prstGeom prst="rect">
              <a:avLst/>
            </a:prstGeom>
          </p:spPr>
          <p:txBody>
            <a:bodyPr anchor="ctr" rtlCol="false" tIns="50800" lIns="50800" bIns="50800" rIns="50800"/>
            <a:lstStyle/>
            <a:p>
              <a:pPr algn="ctr">
                <a:lnSpc>
                  <a:spcPts val="3500"/>
                </a:lnSpc>
              </a:pPr>
              <a:r>
                <a:rPr lang="en-US" sz="2500">
                  <a:solidFill>
                    <a:srgbClr val="FFFFFF"/>
                  </a:solidFill>
                  <a:latin typeface="Garet"/>
                  <a:ea typeface="Garet"/>
                  <a:cs typeface="Garet"/>
                  <a:sym typeface="Garet"/>
                </a:rPr>
                <a:t>04</a:t>
              </a:r>
            </a:p>
          </p:txBody>
        </p:sp>
      </p:grpSp>
      <p:grpSp>
        <p:nvGrpSpPr>
          <p:cNvPr name="Group 15" id="15"/>
          <p:cNvGrpSpPr/>
          <p:nvPr/>
        </p:nvGrpSpPr>
        <p:grpSpPr>
          <a:xfrm rot="0">
            <a:off x="9497777" y="6688163"/>
            <a:ext cx="817854" cy="720378"/>
            <a:chOff x="0" y="0"/>
            <a:chExt cx="215402" cy="189729"/>
          </a:xfrm>
        </p:grpSpPr>
        <p:sp>
          <p:nvSpPr>
            <p:cNvPr name="Freeform 16" id="16"/>
            <p:cNvSpPr/>
            <p:nvPr/>
          </p:nvSpPr>
          <p:spPr>
            <a:xfrm flipH="false" flipV="false" rot="0">
              <a:off x="0" y="0"/>
              <a:ext cx="215402" cy="189729"/>
            </a:xfrm>
            <a:custGeom>
              <a:avLst/>
              <a:gdLst/>
              <a:ahLst/>
              <a:cxnLst/>
              <a:rect r="r" b="b" t="t" l="l"/>
              <a:pathLst>
                <a:path h="189729" w="215402">
                  <a:moveTo>
                    <a:pt x="94865" y="0"/>
                  </a:moveTo>
                  <a:lnTo>
                    <a:pt x="120537" y="0"/>
                  </a:lnTo>
                  <a:cubicBezTo>
                    <a:pt x="145697" y="0"/>
                    <a:pt x="169826" y="9995"/>
                    <a:pt x="187617" y="27785"/>
                  </a:cubicBezTo>
                  <a:cubicBezTo>
                    <a:pt x="205407" y="45576"/>
                    <a:pt x="215402" y="69705"/>
                    <a:pt x="215402" y="94865"/>
                  </a:cubicBezTo>
                  <a:lnTo>
                    <a:pt x="215402" y="94865"/>
                  </a:lnTo>
                  <a:cubicBezTo>
                    <a:pt x="215402" y="147257"/>
                    <a:pt x="172930" y="189729"/>
                    <a:pt x="120537" y="189729"/>
                  </a:cubicBezTo>
                  <a:lnTo>
                    <a:pt x="94865" y="189729"/>
                  </a:lnTo>
                  <a:cubicBezTo>
                    <a:pt x="69705" y="189729"/>
                    <a:pt x="45576" y="179735"/>
                    <a:pt x="27785" y="161944"/>
                  </a:cubicBezTo>
                  <a:cubicBezTo>
                    <a:pt x="9995" y="144153"/>
                    <a:pt x="0" y="120024"/>
                    <a:pt x="0" y="94865"/>
                  </a:cubicBezTo>
                  <a:lnTo>
                    <a:pt x="0" y="94865"/>
                  </a:lnTo>
                  <a:cubicBezTo>
                    <a:pt x="0" y="69705"/>
                    <a:pt x="9995" y="45576"/>
                    <a:pt x="27785" y="27785"/>
                  </a:cubicBezTo>
                  <a:cubicBezTo>
                    <a:pt x="45576" y="9995"/>
                    <a:pt x="69705" y="0"/>
                    <a:pt x="94865" y="0"/>
                  </a:cubicBezTo>
                  <a:close/>
                </a:path>
              </a:pathLst>
            </a:custGeom>
            <a:gradFill rotWithShape="true">
              <a:gsLst>
                <a:gs pos="0">
                  <a:srgbClr val="057DF7">
                    <a:alpha val="100000"/>
                  </a:srgbClr>
                </a:gs>
                <a:gs pos="100000">
                  <a:srgbClr val="003060">
                    <a:alpha val="0"/>
                  </a:srgbClr>
                </a:gs>
              </a:gsLst>
              <a:lin ang="5400000"/>
            </a:gradFill>
          </p:spPr>
        </p:sp>
        <p:sp>
          <p:nvSpPr>
            <p:cNvPr name="TextBox 17" id="17"/>
            <p:cNvSpPr txBox="true"/>
            <p:nvPr/>
          </p:nvSpPr>
          <p:spPr>
            <a:xfrm>
              <a:off x="0" y="-57150"/>
              <a:ext cx="215402" cy="246879"/>
            </a:xfrm>
            <a:prstGeom prst="rect">
              <a:avLst/>
            </a:prstGeom>
          </p:spPr>
          <p:txBody>
            <a:bodyPr anchor="ctr" rtlCol="false" tIns="50800" lIns="50800" bIns="50800" rIns="50800"/>
            <a:lstStyle/>
            <a:p>
              <a:pPr algn="ctr">
                <a:lnSpc>
                  <a:spcPts val="3500"/>
                </a:lnSpc>
              </a:pPr>
              <a:r>
                <a:rPr lang="en-US" sz="2500">
                  <a:solidFill>
                    <a:srgbClr val="FFFFFF"/>
                  </a:solidFill>
                  <a:latin typeface="Garet"/>
                  <a:ea typeface="Garet"/>
                  <a:cs typeface="Garet"/>
                  <a:sym typeface="Garet"/>
                </a:rPr>
                <a:t>05</a:t>
              </a:r>
            </a:p>
          </p:txBody>
        </p:sp>
      </p:grpSp>
      <p:grpSp>
        <p:nvGrpSpPr>
          <p:cNvPr name="Group 18" id="18"/>
          <p:cNvGrpSpPr/>
          <p:nvPr/>
        </p:nvGrpSpPr>
        <p:grpSpPr>
          <a:xfrm rot="0">
            <a:off x="9497777" y="7522842"/>
            <a:ext cx="817854" cy="720378"/>
            <a:chOff x="0" y="0"/>
            <a:chExt cx="215402" cy="189729"/>
          </a:xfrm>
        </p:grpSpPr>
        <p:sp>
          <p:nvSpPr>
            <p:cNvPr name="Freeform 19" id="19"/>
            <p:cNvSpPr/>
            <p:nvPr/>
          </p:nvSpPr>
          <p:spPr>
            <a:xfrm flipH="false" flipV="false" rot="0">
              <a:off x="0" y="0"/>
              <a:ext cx="215402" cy="189729"/>
            </a:xfrm>
            <a:custGeom>
              <a:avLst/>
              <a:gdLst/>
              <a:ahLst/>
              <a:cxnLst/>
              <a:rect r="r" b="b" t="t" l="l"/>
              <a:pathLst>
                <a:path h="189729" w="215402">
                  <a:moveTo>
                    <a:pt x="94865" y="0"/>
                  </a:moveTo>
                  <a:lnTo>
                    <a:pt x="120537" y="0"/>
                  </a:lnTo>
                  <a:cubicBezTo>
                    <a:pt x="145697" y="0"/>
                    <a:pt x="169826" y="9995"/>
                    <a:pt x="187617" y="27785"/>
                  </a:cubicBezTo>
                  <a:cubicBezTo>
                    <a:pt x="205407" y="45576"/>
                    <a:pt x="215402" y="69705"/>
                    <a:pt x="215402" y="94865"/>
                  </a:cubicBezTo>
                  <a:lnTo>
                    <a:pt x="215402" y="94865"/>
                  </a:lnTo>
                  <a:cubicBezTo>
                    <a:pt x="215402" y="147257"/>
                    <a:pt x="172930" y="189729"/>
                    <a:pt x="120537" y="189729"/>
                  </a:cubicBezTo>
                  <a:lnTo>
                    <a:pt x="94865" y="189729"/>
                  </a:lnTo>
                  <a:cubicBezTo>
                    <a:pt x="69705" y="189729"/>
                    <a:pt x="45576" y="179735"/>
                    <a:pt x="27785" y="161944"/>
                  </a:cubicBezTo>
                  <a:cubicBezTo>
                    <a:pt x="9995" y="144153"/>
                    <a:pt x="0" y="120024"/>
                    <a:pt x="0" y="94865"/>
                  </a:cubicBezTo>
                  <a:lnTo>
                    <a:pt x="0" y="94865"/>
                  </a:lnTo>
                  <a:cubicBezTo>
                    <a:pt x="0" y="69705"/>
                    <a:pt x="9995" y="45576"/>
                    <a:pt x="27785" y="27785"/>
                  </a:cubicBezTo>
                  <a:cubicBezTo>
                    <a:pt x="45576" y="9995"/>
                    <a:pt x="69705" y="0"/>
                    <a:pt x="94865" y="0"/>
                  </a:cubicBezTo>
                  <a:close/>
                </a:path>
              </a:pathLst>
            </a:custGeom>
            <a:gradFill rotWithShape="true">
              <a:gsLst>
                <a:gs pos="0">
                  <a:srgbClr val="057DF7">
                    <a:alpha val="100000"/>
                  </a:srgbClr>
                </a:gs>
                <a:gs pos="100000">
                  <a:srgbClr val="003060">
                    <a:alpha val="0"/>
                  </a:srgbClr>
                </a:gs>
              </a:gsLst>
              <a:lin ang="5400000"/>
            </a:gradFill>
          </p:spPr>
        </p:sp>
        <p:sp>
          <p:nvSpPr>
            <p:cNvPr name="TextBox 20" id="20"/>
            <p:cNvSpPr txBox="true"/>
            <p:nvPr/>
          </p:nvSpPr>
          <p:spPr>
            <a:xfrm>
              <a:off x="0" y="-57150"/>
              <a:ext cx="215402" cy="246879"/>
            </a:xfrm>
            <a:prstGeom prst="rect">
              <a:avLst/>
            </a:prstGeom>
          </p:spPr>
          <p:txBody>
            <a:bodyPr anchor="ctr" rtlCol="false" tIns="50800" lIns="50800" bIns="50800" rIns="50800"/>
            <a:lstStyle/>
            <a:p>
              <a:pPr algn="ctr">
                <a:lnSpc>
                  <a:spcPts val="3500"/>
                </a:lnSpc>
              </a:pPr>
              <a:r>
                <a:rPr lang="en-US" sz="2500">
                  <a:solidFill>
                    <a:srgbClr val="FFFFFF"/>
                  </a:solidFill>
                  <a:latin typeface="Garet"/>
                  <a:ea typeface="Garet"/>
                  <a:cs typeface="Garet"/>
                  <a:sym typeface="Garet"/>
                </a:rPr>
                <a:t>06</a:t>
              </a:r>
            </a:p>
          </p:txBody>
        </p:sp>
      </p:grpSp>
      <p:sp>
        <p:nvSpPr>
          <p:cNvPr name="Freeform 21" id="21"/>
          <p:cNvSpPr/>
          <p:nvPr/>
        </p:nvSpPr>
        <p:spPr>
          <a:xfrm flipH="false" flipV="false" rot="0">
            <a:off x="0" y="8243220"/>
            <a:ext cx="3245780" cy="3245780"/>
          </a:xfrm>
          <a:custGeom>
            <a:avLst/>
            <a:gdLst/>
            <a:ahLst/>
            <a:cxnLst/>
            <a:rect r="r" b="b" t="t" l="l"/>
            <a:pathLst>
              <a:path h="3245780" w="3245780">
                <a:moveTo>
                  <a:pt x="0" y="0"/>
                </a:moveTo>
                <a:lnTo>
                  <a:pt x="3245780" y="0"/>
                </a:lnTo>
                <a:lnTo>
                  <a:pt x="3245780" y="3245780"/>
                </a:lnTo>
                <a:lnTo>
                  <a:pt x="0" y="32457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2" id="22"/>
          <p:cNvGrpSpPr/>
          <p:nvPr/>
        </p:nvGrpSpPr>
        <p:grpSpPr>
          <a:xfrm rot="0">
            <a:off x="3457163" y="3315326"/>
            <a:ext cx="4203747" cy="5735273"/>
            <a:chOff x="0" y="0"/>
            <a:chExt cx="1112512" cy="1517827"/>
          </a:xfrm>
        </p:grpSpPr>
        <p:sp>
          <p:nvSpPr>
            <p:cNvPr name="Freeform 23" id="23"/>
            <p:cNvSpPr/>
            <p:nvPr/>
          </p:nvSpPr>
          <p:spPr>
            <a:xfrm flipH="false" flipV="false" rot="0">
              <a:off x="0" y="0"/>
              <a:ext cx="1112512" cy="1517827"/>
            </a:xfrm>
            <a:custGeom>
              <a:avLst/>
              <a:gdLst/>
              <a:ahLst/>
              <a:cxnLst/>
              <a:rect r="r" b="b" t="t" l="l"/>
              <a:pathLst>
                <a:path h="1517827" w="1112512">
                  <a:moveTo>
                    <a:pt x="0" y="0"/>
                  </a:moveTo>
                  <a:lnTo>
                    <a:pt x="1112512" y="0"/>
                  </a:lnTo>
                  <a:lnTo>
                    <a:pt x="1112512" y="1517827"/>
                  </a:lnTo>
                  <a:lnTo>
                    <a:pt x="0" y="1517827"/>
                  </a:lnTo>
                  <a:close/>
                </a:path>
              </a:pathLst>
            </a:custGeom>
            <a:gradFill rotWithShape="true">
              <a:gsLst>
                <a:gs pos="0">
                  <a:srgbClr val="003060">
                    <a:alpha val="100000"/>
                  </a:srgbClr>
                </a:gs>
                <a:gs pos="100000">
                  <a:srgbClr val="003060">
                    <a:alpha val="0"/>
                  </a:srgbClr>
                </a:gs>
              </a:gsLst>
              <a:lin ang="5400000"/>
            </a:gradFill>
          </p:spPr>
        </p:sp>
        <p:sp>
          <p:nvSpPr>
            <p:cNvPr name="TextBox 24" id="24"/>
            <p:cNvSpPr txBox="true"/>
            <p:nvPr/>
          </p:nvSpPr>
          <p:spPr>
            <a:xfrm>
              <a:off x="0" y="-57150"/>
              <a:ext cx="1112512" cy="1574977"/>
            </a:xfrm>
            <a:prstGeom prst="rect">
              <a:avLst/>
            </a:prstGeom>
          </p:spPr>
          <p:txBody>
            <a:bodyPr anchor="ctr" rtlCol="false" tIns="50800" lIns="50800" bIns="50800" rIns="50800"/>
            <a:lstStyle/>
            <a:p>
              <a:pPr algn="ctr">
                <a:lnSpc>
                  <a:spcPts val="3500"/>
                </a:lnSpc>
              </a:pPr>
            </a:p>
          </p:txBody>
        </p:sp>
      </p:grpSp>
      <p:grpSp>
        <p:nvGrpSpPr>
          <p:cNvPr name="Group 25" id="25"/>
          <p:cNvGrpSpPr/>
          <p:nvPr/>
        </p:nvGrpSpPr>
        <p:grpSpPr>
          <a:xfrm rot="0">
            <a:off x="3245780" y="2735261"/>
            <a:ext cx="4203747" cy="6105247"/>
            <a:chOff x="0" y="0"/>
            <a:chExt cx="654419" cy="950435"/>
          </a:xfrm>
        </p:grpSpPr>
        <p:sp>
          <p:nvSpPr>
            <p:cNvPr name="Freeform 26" id="26"/>
            <p:cNvSpPr/>
            <p:nvPr/>
          </p:nvSpPr>
          <p:spPr>
            <a:xfrm flipH="false" flipV="false" rot="0">
              <a:off x="0" y="0"/>
              <a:ext cx="654419" cy="950435"/>
            </a:xfrm>
            <a:custGeom>
              <a:avLst/>
              <a:gdLst/>
              <a:ahLst/>
              <a:cxnLst/>
              <a:rect r="r" b="b" t="t" l="l"/>
              <a:pathLst>
                <a:path h="950435" w="654419">
                  <a:moveTo>
                    <a:pt x="0" y="0"/>
                  </a:moveTo>
                  <a:lnTo>
                    <a:pt x="654419" y="0"/>
                  </a:lnTo>
                  <a:lnTo>
                    <a:pt x="654419" y="950435"/>
                  </a:lnTo>
                  <a:lnTo>
                    <a:pt x="0" y="950435"/>
                  </a:lnTo>
                  <a:close/>
                </a:path>
              </a:pathLst>
            </a:custGeom>
            <a:blipFill>
              <a:blip r:embed="rId5"/>
              <a:stretch>
                <a:fillRect l="0" t="0" r="0" b="-3346"/>
              </a:stretch>
            </a:blipFill>
          </p:spPr>
        </p:sp>
      </p:grpSp>
      <p:grpSp>
        <p:nvGrpSpPr>
          <p:cNvPr name="Group 27" id="27"/>
          <p:cNvGrpSpPr/>
          <p:nvPr/>
        </p:nvGrpSpPr>
        <p:grpSpPr>
          <a:xfrm rot="0">
            <a:off x="13963740" y="9258300"/>
            <a:ext cx="4465962" cy="1640349"/>
            <a:chOff x="0" y="0"/>
            <a:chExt cx="1176220" cy="432026"/>
          </a:xfrm>
        </p:grpSpPr>
        <p:sp>
          <p:nvSpPr>
            <p:cNvPr name="Freeform 28" id="28"/>
            <p:cNvSpPr/>
            <p:nvPr/>
          </p:nvSpPr>
          <p:spPr>
            <a:xfrm flipH="false" flipV="false" rot="0">
              <a:off x="0" y="0"/>
              <a:ext cx="1176220" cy="432026"/>
            </a:xfrm>
            <a:custGeom>
              <a:avLst/>
              <a:gdLst/>
              <a:ahLst/>
              <a:cxnLst/>
              <a:rect r="r" b="b" t="t" l="l"/>
              <a:pathLst>
                <a:path h="432026" w="1176220">
                  <a:moveTo>
                    <a:pt x="32937" y="0"/>
                  </a:moveTo>
                  <a:lnTo>
                    <a:pt x="1143283" y="0"/>
                  </a:lnTo>
                  <a:cubicBezTo>
                    <a:pt x="1152019" y="0"/>
                    <a:pt x="1160396" y="3470"/>
                    <a:pt x="1166573" y="9647"/>
                  </a:cubicBezTo>
                  <a:cubicBezTo>
                    <a:pt x="1172750" y="15824"/>
                    <a:pt x="1176220" y="24202"/>
                    <a:pt x="1176220" y="32937"/>
                  </a:cubicBezTo>
                  <a:lnTo>
                    <a:pt x="1176220" y="399089"/>
                  </a:lnTo>
                  <a:cubicBezTo>
                    <a:pt x="1176220" y="407824"/>
                    <a:pt x="1172750" y="416202"/>
                    <a:pt x="1166573" y="422379"/>
                  </a:cubicBezTo>
                  <a:cubicBezTo>
                    <a:pt x="1160396" y="428556"/>
                    <a:pt x="1152019" y="432026"/>
                    <a:pt x="1143283" y="432026"/>
                  </a:cubicBezTo>
                  <a:lnTo>
                    <a:pt x="32937" y="432026"/>
                  </a:lnTo>
                  <a:cubicBezTo>
                    <a:pt x="24202" y="432026"/>
                    <a:pt x="15824" y="428556"/>
                    <a:pt x="9647" y="422379"/>
                  </a:cubicBezTo>
                  <a:cubicBezTo>
                    <a:pt x="3470" y="416202"/>
                    <a:pt x="0" y="407824"/>
                    <a:pt x="0" y="399089"/>
                  </a:cubicBezTo>
                  <a:lnTo>
                    <a:pt x="0" y="32937"/>
                  </a:lnTo>
                  <a:cubicBezTo>
                    <a:pt x="0" y="24202"/>
                    <a:pt x="3470" y="15824"/>
                    <a:pt x="9647" y="9647"/>
                  </a:cubicBezTo>
                  <a:cubicBezTo>
                    <a:pt x="15824" y="3470"/>
                    <a:pt x="24202" y="0"/>
                    <a:pt x="32937" y="0"/>
                  </a:cubicBezTo>
                  <a:close/>
                </a:path>
              </a:pathLst>
            </a:custGeom>
            <a:gradFill rotWithShape="true">
              <a:gsLst>
                <a:gs pos="0">
                  <a:srgbClr val="003060">
                    <a:alpha val="0"/>
                  </a:srgbClr>
                </a:gs>
                <a:gs pos="50000">
                  <a:srgbClr val="BBCEE1">
                    <a:alpha val="100000"/>
                  </a:srgbClr>
                </a:gs>
                <a:gs pos="100000">
                  <a:srgbClr val="003060">
                    <a:alpha val="100000"/>
                  </a:srgbClr>
                </a:gs>
              </a:gsLst>
              <a:lin ang="0"/>
            </a:gradFill>
            <a:ln cap="sq">
              <a:noFill/>
              <a:prstDash val="solid"/>
              <a:miter/>
            </a:ln>
          </p:spPr>
        </p:sp>
        <p:sp>
          <p:nvSpPr>
            <p:cNvPr name="TextBox 29" id="29"/>
            <p:cNvSpPr txBox="true"/>
            <p:nvPr/>
          </p:nvSpPr>
          <p:spPr>
            <a:xfrm>
              <a:off x="0" y="-57150"/>
              <a:ext cx="1176220" cy="489176"/>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30" id="30"/>
          <p:cNvGrpSpPr/>
          <p:nvPr/>
        </p:nvGrpSpPr>
        <p:grpSpPr>
          <a:xfrm rot="0">
            <a:off x="9497777" y="-611649"/>
            <a:ext cx="8931924" cy="1640349"/>
            <a:chOff x="0" y="0"/>
            <a:chExt cx="2352441" cy="432026"/>
          </a:xfrm>
        </p:grpSpPr>
        <p:sp>
          <p:nvSpPr>
            <p:cNvPr name="Freeform 31" id="31"/>
            <p:cNvSpPr/>
            <p:nvPr/>
          </p:nvSpPr>
          <p:spPr>
            <a:xfrm flipH="false" flipV="false" rot="0">
              <a:off x="0" y="0"/>
              <a:ext cx="2352441" cy="432026"/>
            </a:xfrm>
            <a:custGeom>
              <a:avLst/>
              <a:gdLst/>
              <a:ahLst/>
              <a:cxnLst/>
              <a:rect r="r" b="b" t="t" l="l"/>
              <a:pathLst>
                <a:path h="432026" w="2352441">
                  <a:moveTo>
                    <a:pt x="16469" y="0"/>
                  </a:moveTo>
                  <a:lnTo>
                    <a:pt x="2335972" y="0"/>
                  </a:lnTo>
                  <a:cubicBezTo>
                    <a:pt x="2345068" y="0"/>
                    <a:pt x="2352441" y="7373"/>
                    <a:pt x="2352441" y="16469"/>
                  </a:cubicBezTo>
                  <a:lnTo>
                    <a:pt x="2352441" y="415557"/>
                  </a:lnTo>
                  <a:cubicBezTo>
                    <a:pt x="2352441" y="419925"/>
                    <a:pt x="2350706" y="424114"/>
                    <a:pt x="2347617" y="427202"/>
                  </a:cubicBezTo>
                  <a:cubicBezTo>
                    <a:pt x="2344529" y="430291"/>
                    <a:pt x="2340340" y="432026"/>
                    <a:pt x="2335972" y="432026"/>
                  </a:cubicBezTo>
                  <a:lnTo>
                    <a:pt x="16469" y="432026"/>
                  </a:lnTo>
                  <a:cubicBezTo>
                    <a:pt x="12101" y="432026"/>
                    <a:pt x="7912" y="430291"/>
                    <a:pt x="4824" y="427202"/>
                  </a:cubicBezTo>
                  <a:cubicBezTo>
                    <a:pt x="1735" y="424114"/>
                    <a:pt x="0" y="419925"/>
                    <a:pt x="0" y="415557"/>
                  </a:cubicBezTo>
                  <a:lnTo>
                    <a:pt x="0" y="16469"/>
                  </a:lnTo>
                  <a:cubicBezTo>
                    <a:pt x="0" y="12101"/>
                    <a:pt x="1735" y="7912"/>
                    <a:pt x="4824" y="4824"/>
                  </a:cubicBezTo>
                  <a:cubicBezTo>
                    <a:pt x="7912" y="1735"/>
                    <a:pt x="12101" y="0"/>
                    <a:pt x="16469" y="0"/>
                  </a:cubicBezTo>
                  <a:close/>
                </a:path>
              </a:pathLst>
            </a:custGeom>
            <a:gradFill rotWithShape="true">
              <a:gsLst>
                <a:gs pos="0">
                  <a:srgbClr val="003060">
                    <a:alpha val="0"/>
                  </a:srgbClr>
                </a:gs>
                <a:gs pos="50000">
                  <a:srgbClr val="BBCEE1">
                    <a:alpha val="100000"/>
                  </a:srgbClr>
                </a:gs>
                <a:gs pos="100000">
                  <a:srgbClr val="003060">
                    <a:alpha val="100000"/>
                  </a:srgbClr>
                </a:gs>
              </a:gsLst>
              <a:lin ang="0"/>
            </a:gradFill>
          </p:spPr>
        </p:sp>
        <p:sp>
          <p:nvSpPr>
            <p:cNvPr name="TextBox 32" id="32"/>
            <p:cNvSpPr txBox="true"/>
            <p:nvPr/>
          </p:nvSpPr>
          <p:spPr>
            <a:xfrm>
              <a:off x="0" y="-57150"/>
              <a:ext cx="2352441" cy="489176"/>
            </a:xfrm>
            <a:prstGeom prst="rect">
              <a:avLst/>
            </a:prstGeom>
          </p:spPr>
          <p:txBody>
            <a:bodyPr anchor="ctr" rtlCol="false" tIns="50800" lIns="50800" bIns="50800" rIns="50800"/>
            <a:lstStyle/>
            <a:p>
              <a:pPr algn="ctr">
                <a:lnSpc>
                  <a:spcPts val="3500"/>
                </a:lnSpc>
              </a:pPr>
            </a:p>
          </p:txBody>
        </p:sp>
      </p:grpSp>
      <p:grpSp>
        <p:nvGrpSpPr>
          <p:cNvPr name="Group 33" id="33"/>
          <p:cNvGrpSpPr/>
          <p:nvPr/>
        </p:nvGrpSpPr>
        <p:grpSpPr>
          <a:xfrm rot="0">
            <a:off x="-224164" y="-611649"/>
            <a:ext cx="1637841" cy="3346909"/>
            <a:chOff x="0" y="0"/>
            <a:chExt cx="431365" cy="881491"/>
          </a:xfrm>
        </p:grpSpPr>
        <p:sp>
          <p:nvSpPr>
            <p:cNvPr name="Freeform 34" id="34"/>
            <p:cNvSpPr/>
            <p:nvPr/>
          </p:nvSpPr>
          <p:spPr>
            <a:xfrm flipH="false" flipV="false" rot="0">
              <a:off x="0" y="0"/>
              <a:ext cx="431365" cy="881490"/>
            </a:xfrm>
            <a:custGeom>
              <a:avLst/>
              <a:gdLst/>
              <a:ahLst/>
              <a:cxnLst/>
              <a:rect r="r" b="b" t="t" l="l"/>
              <a:pathLst>
                <a:path h="881490" w="431365">
                  <a:moveTo>
                    <a:pt x="89811" y="0"/>
                  </a:moveTo>
                  <a:lnTo>
                    <a:pt x="341554" y="0"/>
                  </a:lnTo>
                  <a:cubicBezTo>
                    <a:pt x="365374" y="0"/>
                    <a:pt x="388218" y="9462"/>
                    <a:pt x="405060" y="26305"/>
                  </a:cubicBezTo>
                  <a:cubicBezTo>
                    <a:pt x="421903" y="43148"/>
                    <a:pt x="431365" y="65992"/>
                    <a:pt x="431365" y="89811"/>
                  </a:cubicBezTo>
                  <a:lnTo>
                    <a:pt x="431365" y="791679"/>
                  </a:lnTo>
                  <a:cubicBezTo>
                    <a:pt x="431365" y="815499"/>
                    <a:pt x="421903" y="838343"/>
                    <a:pt x="405060" y="855185"/>
                  </a:cubicBezTo>
                  <a:cubicBezTo>
                    <a:pt x="388218" y="872028"/>
                    <a:pt x="365374" y="881490"/>
                    <a:pt x="341554" y="881490"/>
                  </a:cubicBezTo>
                  <a:lnTo>
                    <a:pt x="89811" y="881490"/>
                  </a:lnTo>
                  <a:cubicBezTo>
                    <a:pt x="65992" y="881490"/>
                    <a:pt x="43148" y="872028"/>
                    <a:pt x="26305" y="855185"/>
                  </a:cubicBezTo>
                  <a:cubicBezTo>
                    <a:pt x="9462" y="838343"/>
                    <a:pt x="0" y="815499"/>
                    <a:pt x="0" y="791679"/>
                  </a:cubicBezTo>
                  <a:lnTo>
                    <a:pt x="0" y="89811"/>
                  </a:lnTo>
                  <a:cubicBezTo>
                    <a:pt x="0" y="65992"/>
                    <a:pt x="9462" y="43148"/>
                    <a:pt x="26305" y="26305"/>
                  </a:cubicBezTo>
                  <a:cubicBezTo>
                    <a:pt x="43148" y="9462"/>
                    <a:pt x="65992" y="0"/>
                    <a:pt x="89811" y="0"/>
                  </a:cubicBezTo>
                  <a:close/>
                </a:path>
              </a:pathLst>
            </a:custGeom>
            <a:gradFill rotWithShape="true">
              <a:gsLst>
                <a:gs pos="0">
                  <a:srgbClr val="003060">
                    <a:alpha val="0"/>
                  </a:srgbClr>
                </a:gs>
                <a:gs pos="50000">
                  <a:srgbClr val="BBCEE1">
                    <a:alpha val="100000"/>
                  </a:srgbClr>
                </a:gs>
                <a:gs pos="100000">
                  <a:srgbClr val="003060">
                    <a:alpha val="100000"/>
                  </a:srgbClr>
                </a:gs>
              </a:gsLst>
              <a:lin ang="0"/>
            </a:gradFill>
            <a:ln cap="sq">
              <a:noFill/>
              <a:prstDash val="solid"/>
              <a:miter/>
            </a:ln>
          </p:spPr>
        </p:sp>
        <p:sp>
          <p:nvSpPr>
            <p:cNvPr name="TextBox 35" id="35"/>
            <p:cNvSpPr txBox="true"/>
            <p:nvPr/>
          </p:nvSpPr>
          <p:spPr>
            <a:xfrm>
              <a:off x="0" y="-57150"/>
              <a:ext cx="431365" cy="938641"/>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36" id="36"/>
          <p:cNvSpPr/>
          <p:nvPr/>
        </p:nvSpPr>
        <p:spPr>
          <a:xfrm flipH="true" flipV="false" rot="0">
            <a:off x="15569366" y="8100011"/>
            <a:ext cx="1689934" cy="805023"/>
          </a:xfrm>
          <a:custGeom>
            <a:avLst/>
            <a:gdLst/>
            <a:ahLst/>
            <a:cxnLst/>
            <a:rect r="r" b="b" t="t" l="l"/>
            <a:pathLst>
              <a:path h="805023" w="1689934">
                <a:moveTo>
                  <a:pt x="1689934" y="0"/>
                </a:moveTo>
                <a:lnTo>
                  <a:pt x="0" y="0"/>
                </a:lnTo>
                <a:lnTo>
                  <a:pt x="0" y="805023"/>
                </a:lnTo>
                <a:lnTo>
                  <a:pt x="1689934" y="805023"/>
                </a:lnTo>
                <a:lnTo>
                  <a:pt x="168993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1622890" y="208526"/>
            <a:ext cx="3005829" cy="1053034"/>
          </a:xfrm>
          <a:custGeom>
            <a:avLst/>
            <a:gdLst/>
            <a:ahLst/>
            <a:cxnLst/>
            <a:rect r="r" b="b" t="t" l="l"/>
            <a:pathLst>
              <a:path h="1053034" w="3005829">
                <a:moveTo>
                  <a:pt x="0" y="0"/>
                </a:moveTo>
                <a:lnTo>
                  <a:pt x="3005829" y="0"/>
                </a:lnTo>
                <a:lnTo>
                  <a:pt x="3005829" y="1053033"/>
                </a:lnTo>
                <a:lnTo>
                  <a:pt x="0" y="1053033"/>
                </a:lnTo>
                <a:lnTo>
                  <a:pt x="0" y="0"/>
                </a:lnTo>
                <a:close/>
              </a:path>
            </a:pathLst>
          </a:custGeom>
          <a:blipFill>
            <a:blip r:embed="rId8"/>
            <a:stretch>
              <a:fillRect l="0" t="0" r="0" b="0"/>
            </a:stretch>
          </a:blipFill>
        </p:spPr>
      </p:sp>
      <p:sp>
        <p:nvSpPr>
          <p:cNvPr name="TextBox 38" id="38"/>
          <p:cNvSpPr txBox="true"/>
          <p:nvPr/>
        </p:nvSpPr>
        <p:spPr>
          <a:xfrm rot="0">
            <a:off x="9497777" y="2176752"/>
            <a:ext cx="5845824" cy="862425"/>
          </a:xfrm>
          <a:prstGeom prst="rect">
            <a:avLst/>
          </a:prstGeom>
        </p:spPr>
        <p:txBody>
          <a:bodyPr anchor="t" rtlCol="false" tIns="0" lIns="0" bIns="0" rIns="0">
            <a:spAutoFit/>
          </a:bodyPr>
          <a:lstStyle/>
          <a:p>
            <a:pPr algn="l">
              <a:lnSpc>
                <a:spcPts val="6499"/>
              </a:lnSpc>
            </a:pPr>
            <a:r>
              <a:rPr lang="en-US" b="true" sz="6700">
                <a:solidFill>
                  <a:srgbClr val="578FEC"/>
                </a:solidFill>
                <a:latin typeface="Garet Bold"/>
                <a:ea typeface="Garet Bold"/>
                <a:cs typeface="Garet Bold"/>
                <a:sym typeface="Garet Bold"/>
              </a:rPr>
              <a:t>CONTENT</a:t>
            </a:r>
          </a:p>
        </p:txBody>
      </p:sp>
      <p:sp>
        <p:nvSpPr>
          <p:cNvPr name="TextBox 39" id="39"/>
          <p:cNvSpPr txBox="true"/>
          <p:nvPr/>
        </p:nvSpPr>
        <p:spPr>
          <a:xfrm rot="0">
            <a:off x="10491169" y="3468855"/>
            <a:ext cx="3472571" cy="431762"/>
          </a:xfrm>
          <a:prstGeom prst="rect">
            <a:avLst/>
          </a:prstGeom>
        </p:spPr>
        <p:txBody>
          <a:bodyPr anchor="t" rtlCol="false" tIns="0" lIns="0" bIns="0" rIns="0">
            <a:spAutoFit/>
          </a:bodyPr>
          <a:lstStyle/>
          <a:p>
            <a:pPr algn="l">
              <a:lnSpc>
                <a:spcPts val="3500"/>
              </a:lnSpc>
            </a:pPr>
            <a:r>
              <a:rPr lang="en-US" sz="2500">
                <a:solidFill>
                  <a:srgbClr val="000000"/>
                </a:solidFill>
                <a:latin typeface="Garet"/>
                <a:ea typeface="Garet"/>
                <a:cs typeface="Garet"/>
                <a:sym typeface="Garet"/>
              </a:rPr>
              <a:t>Topic </a:t>
            </a:r>
            <a:r>
              <a:rPr lang="en-US" sz="2500">
                <a:solidFill>
                  <a:srgbClr val="000000"/>
                </a:solidFill>
                <a:latin typeface="Garet"/>
                <a:ea typeface="Garet"/>
                <a:cs typeface="Garet"/>
                <a:sym typeface="Garet"/>
              </a:rPr>
              <a:t>Project UTS</a:t>
            </a:r>
          </a:p>
        </p:txBody>
      </p:sp>
      <p:sp>
        <p:nvSpPr>
          <p:cNvPr name="TextBox 40" id="40"/>
          <p:cNvSpPr txBox="true"/>
          <p:nvPr/>
        </p:nvSpPr>
        <p:spPr>
          <a:xfrm rot="0">
            <a:off x="10491169" y="4299843"/>
            <a:ext cx="2929069" cy="431762"/>
          </a:xfrm>
          <a:prstGeom prst="rect">
            <a:avLst/>
          </a:prstGeom>
        </p:spPr>
        <p:txBody>
          <a:bodyPr anchor="t" rtlCol="false" tIns="0" lIns="0" bIns="0" rIns="0">
            <a:spAutoFit/>
          </a:bodyPr>
          <a:lstStyle/>
          <a:p>
            <a:pPr algn="l">
              <a:lnSpc>
                <a:spcPts val="3500"/>
              </a:lnSpc>
            </a:pPr>
            <a:r>
              <a:rPr lang="en-US" sz="2500">
                <a:solidFill>
                  <a:srgbClr val="000000"/>
                </a:solidFill>
                <a:latin typeface="Garet"/>
                <a:ea typeface="Garet"/>
                <a:cs typeface="Garet"/>
                <a:sym typeface="Garet"/>
              </a:rPr>
              <a:t>Ou</a:t>
            </a:r>
            <a:r>
              <a:rPr lang="en-US" sz="2500">
                <a:solidFill>
                  <a:srgbClr val="000000"/>
                </a:solidFill>
                <a:latin typeface="Garet"/>
                <a:ea typeface="Garet"/>
                <a:cs typeface="Garet"/>
                <a:sym typeface="Garet"/>
              </a:rPr>
              <a:t>r Tim Works</a:t>
            </a:r>
          </a:p>
        </p:txBody>
      </p:sp>
      <p:sp>
        <p:nvSpPr>
          <p:cNvPr name="TextBox 41" id="41"/>
          <p:cNvSpPr txBox="true"/>
          <p:nvPr/>
        </p:nvSpPr>
        <p:spPr>
          <a:xfrm rot="0">
            <a:off x="10491169" y="5134521"/>
            <a:ext cx="3472571" cy="431762"/>
          </a:xfrm>
          <a:prstGeom prst="rect">
            <a:avLst/>
          </a:prstGeom>
        </p:spPr>
        <p:txBody>
          <a:bodyPr anchor="t" rtlCol="false" tIns="0" lIns="0" bIns="0" rIns="0">
            <a:spAutoFit/>
          </a:bodyPr>
          <a:lstStyle/>
          <a:p>
            <a:pPr algn="l">
              <a:lnSpc>
                <a:spcPts val="3500"/>
              </a:lnSpc>
            </a:pPr>
            <a:r>
              <a:rPr lang="en-US" sz="2500">
                <a:solidFill>
                  <a:srgbClr val="000000"/>
                </a:solidFill>
                <a:latin typeface="Garet"/>
                <a:ea typeface="Garet"/>
                <a:cs typeface="Garet"/>
                <a:sym typeface="Garet"/>
              </a:rPr>
              <a:t>Color Pallete &amp; Font</a:t>
            </a:r>
          </a:p>
        </p:txBody>
      </p:sp>
      <p:sp>
        <p:nvSpPr>
          <p:cNvPr name="TextBox 42" id="42"/>
          <p:cNvSpPr txBox="true"/>
          <p:nvPr/>
        </p:nvSpPr>
        <p:spPr>
          <a:xfrm rot="0">
            <a:off x="10491169" y="5969199"/>
            <a:ext cx="2929069" cy="431762"/>
          </a:xfrm>
          <a:prstGeom prst="rect">
            <a:avLst/>
          </a:prstGeom>
        </p:spPr>
        <p:txBody>
          <a:bodyPr anchor="t" rtlCol="false" tIns="0" lIns="0" bIns="0" rIns="0">
            <a:spAutoFit/>
          </a:bodyPr>
          <a:lstStyle/>
          <a:p>
            <a:pPr algn="l">
              <a:lnSpc>
                <a:spcPts val="3500"/>
              </a:lnSpc>
            </a:pPr>
            <a:r>
              <a:rPr lang="en-US" sz="2500">
                <a:solidFill>
                  <a:srgbClr val="000000"/>
                </a:solidFill>
                <a:latin typeface="Garet"/>
                <a:ea typeface="Garet"/>
                <a:cs typeface="Garet"/>
                <a:sym typeface="Garet"/>
              </a:rPr>
              <a:t>Layouting</a:t>
            </a:r>
          </a:p>
        </p:txBody>
      </p:sp>
      <p:sp>
        <p:nvSpPr>
          <p:cNvPr name="TextBox 43" id="43"/>
          <p:cNvSpPr txBox="true"/>
          <p:nvPr/>
        </p:nvSpPr>
        <p:spPr>
          <a:xfrm rot="0">
            <a:off x="10491169" y="6803878"/>
            <a:ext cx="2929069" cy="431762"/>
          </a:xfrm>
          <a:prstGeom prst="rect">
            <a:avLst/>
          </a:prstGeom>
        </p:spPr>
        <p:txBody>
          <a:bodyPr anchor="t" rtlCol="false" tIns="0" lIns="0" bIns="0" rIns="0">
            <a:spAutoFit/>
          </a:bodyPr>
          <a:lstStyle/>
          <a:p>
            <a:pPr algn="l">
              <a:lnSpc>
                <a:spcPts val="3500"/>
              </a:lnSpc>
            </a:pPr>
            <a:r>
              <a:rPr lang="en-US" sz="2500">
                <a:solidFill>
                  <a:srgbClr val="000000"/>
                </a:solidFill>
                <a:latin typeface="Garet"/>
                <a:ea typeface="Garet"/>
                <a:cs typeface="Garet"/>
                <a:sym typeface="Garet"/>
              </a:rPr>
              <a:t>Content Strategy</a:t>
            </a:r>
          </a:p>
        </p:txBody>
      </p:sp>
      <p:sp>
        <p:nvSpPr>
          <p:cNvPr name="TextBox 44" id="44"/>
          <p:cNvSpPr txBox="true"/>
          <p:nvPr/>
        </p:nvSpPr>
        <p:spPr>
          <a:xfrm rot="0">
            <a:off x="10491169" y="7638556"/>
            <a:ext cx="2929069" cy="431799"/>
          </a:xfrm>
          <a:prstGeom prst="rect">
            <a:avLst/>
          </a:prstGeom>
        </p:spPr>
        <p:txBody>
          <a:bodyPr anchor="t" rtlCol="false" tIns="0" lIns="0" bIns="0" rIns="0">
            <a:spAutoFit/>
          </a:bodyPr>
          <a:lstStyle/>
          <a:p>
            <a:pPr algn="l">
              <a:lnSpc>
                <a:spcPts val="3500"/>
              </a:lnSpc>
            </a:pPr>
            <a:r>
              <a:rPr lang="en-US" sz="2500">
                <a:solidFill>
                  <a:srgbClr val="000000"/>
                </a:solidFill>
                <a:latin typeface="Garet"/>
                <a:ea typeface="Garet"/>
                <a:cs typeface="Garet"/>
                <a:sym typeface="Garet"/>
              </a:rPr>
              <a:t>Futu</a:t>
            </a:r>
            <a:r>
              <a:rPr lang="en-US" sz="2500">
                <a:solidFill>
                  <a:srgbClr val="000000"/>
                </a:solidFill>
                <a:latin typeface="Garet"/>
                <a:ea typeface="Garet"/>
                <a:cs typeface="Garet"/>
                <a:sym typeface="Garet"/>
              </a:rPr>
              <a:t>re Goals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178" y="9039041"/>
            <a:ext cx="8162329" cy="1592157"/>
            <a:chOff x="0" y="0"/>
            <a:chExt cx="2149749" cy="419334"/>
          </a:xfrm>
        </p:grpSpPr>
        <p:sp>
          <p:nvSpPr>
            <p:cNvPr name="Freeform 3" id="3"/>
            <p:cNvSpPr/>
            <p:nvPr/>
          </p:nvSpPr>
          <p:spPr>
            <a:xfrm flipH="false" flipV="false" rot="0">
              <a:off x="0" y="0"/>
              <a:ext cx="2149749" cy="419334"/>
            </a:xfrm>
            <a:custGeom>
              <a:avLst/>
              <a:gdLst/>
              <a:ahLst/>
              <a:cxnLst/>
              <a:rect r="r" b="b" t="t" l="l"/>
              <a:pathLst>
                <a:path h="419334" w="2149749">
                  <a:moveTo>
                    <a:pt x="15176" y="0"/>
                  </a:moveTo>
                  <a:lnTo>
                    <a:pt x="2134573" y="0"/>
                  </a:lnTo>
                  <a:cubicBezTo>
                    <a:pt x="2138598" y="0"/>
                    <a:pt x="2142458" y="1599"/>
                    <a:pt x="2145304" y="4445"/>
                  </a:cubicBezTo>
                  <a:cubicBezTo>
                    <a:pt x="2148150" y="7291"/>
                    <a:pt x="2149749" y="11151"/>
                    <a:pt x="2149749" y="15176"/>
                  </a:cubicBezTo>
                  <a:lnTo>
                    <a:pt x="2149749" y="404158"/>
                  </a:lnTo>
                  <a:cubicBezTo>
                    <a:pt x="2149749" y="408183"/>
                    <a:pt x="2148150" y="412043"/>
                    <a:pt x="2145304" y="414889"/>
                  </a:cubicBezTo>
                  <a:cubicBezTo>
                    <a:pt x="2142458" y="417735"/>
                    <a:pt x="2138598" y="419334"/>
                    <a:pt x="2134573" y="419334"/>
                  </a:cubicBezTo>
                  <a:lnTo>
                    <a:pt x="15176" y="419334"/>
                  </a:lnTo>
                  <a:cubicBezTo>
                    <a:pt x="6794" y="419334"/>
                    <a:pt x="0" y="412539"/>
                    <a:pt x="0" y="404158"/>
                  </a:cubicBezTo>
                  <a:lnTo>
                    <a:pt x="0" y="15176"/>
                  </a:lnTo>
                  <a:cubicBezTo>
                    <a:pt x="0" y="11151"/>
                    <a:pt x="1599" y="7291"/>
                    <a:pt x="4445" y="4445"/>
                  </a:cubicBezTo>
                  <a:cubicBezTo>
                    <a:pt x="7291" y="1599"/>
                    <a:pt x="11151" y="0"/>
                    <a:pt x="15176" y="0"/>
                  </a:cubicBezTo>
                  <a:close/>
                </a:path>
              </a:pathLst>
            </a:custGeom>
            <a:gradFill rotWithShape="true">
              <a:gsLst>
                <a:gs pos="0">
                  <a:srgbClr val="003060">
                    <a:alpha val="0"/>
                  </a:srgbClr>
                </a:gs>
                <a:gs pos="100000">
                  <a:srgbClr val="003060">
                    <a:alpha val="100000"/>
                  </a:srgbClr>
                </a:gs>
              </a:gsLst>
              <a:lin ang="5400000"/>
            </a:gradFill>
          </p:spPr>
        </p:sp>
        <p:sp>
          <p:nvSpPr>
            <p:cNvPr name="TextBox 4" id="4"/>
            <p:cNvSpPr txBox="true"/>
            <p:nvPr/>
          </p:nvSpPr>
          <p:spPr>
            <a:xfrm>
              <a:off x="0" y="-57150"/>
              <a:ext cx="2149749" cy="476484"/>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9923912" y="-250852"/>
            <a:ext cx="8741633" cy="1132122"/>
            <a:chOff x="0" y="0"/>
            <a:chExt cx="2302323" cy="298172"/>
          </a:xfrm>
        </p:grpSpPr>
        <p:sp>
          <p:nvSpPr>
            <p:cNvPr name="Freeform 6" id="6"/>
            <p:cNvSpPr/>
            <p:nvPr/>
          </p:nvSpPr>
          <p:spPr>
            <a:xfrm flipH="false" flipV="false" rot="0">
              <a:off x="0" y="0"/>
              <a:ext cx="2302323" cy="298172"/>
            </a:xfrm>
            <a:custGeom>
              <a:avLst/>
              <a:gdLst/>
              <a:ahLst/>
              <a:cxnLst/>
              <a:rect r="r" b="b" t="t" l="l"/>
              <a:pathLst>
                <a:path h="298172" w="2302323">
                  <a:moveTo>
                    <a:pt x="14170" y="0"/>
                  </a:moveTo>
                  <a:lnTo>
                    <a:pt x="2288153" y="0"/>
                  </a:lnTo>
                  <a:cubicBezTo>
                    <a:pt x="2291911" y="0"/>
                    <a:pt x="2295515" y="1493"/>
                    <a:pt x="2298173" y="4150"/>
                  </a:cubicBezTo>
                  <a:cubicBezTo>
                    <a:pt x="2300830" y="6808"/>
                    <a:pt x="2302323" y="10412"/>
                    <a:pt x="2302323" y="14170"/>
                  </a:cubicBezTo>
                  <a:lnTo>
                    <a:pt x="2302323" y="284002"/>
                  </a:lnTo>
                  <a:cubicBezTo>
                    <a:pt x="2302323" y="287760"/>
                    <a:pt x="2300830" y="291364"/>
                    <a:pt x="2298173" y="294022"/>
                  </a:cubicBezTo>
                  <a:cubicBezTo>
                    <a:pt x="2295515" y="296679"/>
                    <a:pt x="2291911" y="298172"/>
                    <a:pt x="2288153" y="298172"/>
                  </a:cubicBezTo>
                  <a:lnTo>
                    <a:pt x="14170" y="298172"/>
                  </a:lnTo>
                  <a:cubicBezTo>
                    <a:pt x="10412" y="298172"/>
                    <a:pt x="6808" y="296679"/>
                    <a:pt x="4150" y="294022"/>
                  </a:cubicBezTo>
                  <a:cubicBezTo>
                    <a:pt x="1493" y="291364"/>
                    <a:pt x="0" y="287760"/>
                    <a:pt x="0" y="284002"/>
                  </a:cubicBezTo>
                  <a:lnTo>
                    <a:pt x="0" y="14170"/>
                  </a:lnTo>
                  <a:cubicBezTo>
                    <a:pt x="0" y="10412"/>
                    <a:pt x="1493" y="6808"/>
                    <a:pt x="4150" y="4150"/>
                  </a:cubicBezTo>
                  <a:cubicBezTo>
                    <a:pt x="6808" y="1493"/>
                    <a:pt x="10412" y="0"/>
                    <a:pt x="14170" y="0"/>
                  </a:cubicBezTo>
                  <a:close/>
                </a:path>
              </a:pathLst>
            </a:custGeom>
            <a:gradFill rotWithShape="true">
              <a:gsLst>
                <a:gs pos="0">
                  <a:srgbClr val="003060">
                    <a:alpha val="100000"/>
                  </a:srgbClr>
                </a:gs>
                <a:gs pos="100000">
                  <a:srgbClr val="003060">
                    <a:alpha val="0"/>
                  </a:srgbClr>
                </a:gs>
              </a:gsLst>
              <a:lin ang="5400000"/>
            </a:gradFill>
          </p:spPr>
        </p:sp>
        <p:sp>
          <p:nvSpPr>
            <p:cNvPr name="TextBox 7" id="7"/>
            <p:cNvSpPr txBox="true"/>
            <p:nvPr/>
          </p:nvSpPr>
          <p:spPr>
            <a:xfrm>
              <a:off x="0" y="-57150"/>
              <a:ext cx="2302323" cy="355322"/>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true" flipV="false" rot="0">
            <a:off x="14242600" y="9039041"/>
            <a:ext cx="1689934" cy="805023"/>
          </a:xfrm>
          <a:custGeom>
            <a:avLst/>
            <a:gdLst/>
            <a:ahLst/>
            <a:cxnLst/>
            <a:rect r="r" b="b" t="t" l="l"/>
            <a:pathLst>
              <a:path h="805023" w="1689934">
                <a:moveTo>
                  <a:pt x="1689934" y="0"/>
                </a:moveTo>
                <a:lnTo>
                  <a:pt x="0" y="0"/>
                </a:lnTo>
                <a:lnTo>
                  <a:pt x="0" y="805023"/>
                </a:lnTo>
                <a:lnTo>
                  <a:pt x="1689934" y="805023"/>
                </a:lnTo>
                <a:lnTo>
                  <a:pt x="16899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864416" y="7571678"/>
            <a:ext cx="2675777" cy="679211"/>
          </a:xfrm>
          <a:custGeom>
            <a:avLst/>
            <a:gdLst/>
            <a:ahLst/>
            <a:cxnLst/>
            <a:rect r="r" b="b" t="t" l="l"/>
            <a:pathLst>
              <a:path h="679211" w="2675777">
                <a:moveTo>
                  <a:pt x="0" y="0"/>
                </a:moveTo>
                <a:lnTo>
                  <a:pt x="2675777" y="0"/>
                </a:lnTo>
                <a:lnTo>
                  <a:pt x="2675777" y="679211"/>
                </a:lnTo>
                <a:lnTo>
                  <a:pt x="0" y="679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864416" y="1777013"/>
            <a:ext cx="6959407" cy="862425"/>
          </a:xfrm>
          <a:prstGeom prst="rect">
            <a:avLst/>
          </a:prstGeom>
        </p:spPr>
        <p:txBody>
          <a:bodyPr anchor="t" rtlCol="false" tIns="0" lIns="0" bIns="0" rIns="0">
            <a:spAutoFit/>
          </a:bodyPr>
          <a:lstStyle/>
          <a:p>
            <a:pPr algn="l">
              <a:lnSpc>
                <a:spcPts val="6499"/>
              </a:lnSpc>
            </a:pPr>
            <a:r>
              <a:rPr lang="en-US" sz="6700" b="true">
                <a:solidFill>
                  <a:srgbClr val="578FEC"/>
                </a:solidFill>
                <a:latin typeface="Garet Bold"/>
                <a:ea typeface="Garet Bold"/>
                <a:cs typeface="Garet Bold"/>
                <a:sym typeface="Garet Bold"/>
              </a:rPr>
              <a:t>TOPIC PROJECT</a:t>
            </a:r>
          </a:p>
        </p:txBody>
      </p:sp>
      <p:sp>
        <p:nvSpPr>
          <p:cNvPr name="TextBox 11" id="11"/>
          <p:cNvSpPr txBox="true"/>
          <p:nvPr/>
        </p:nvSpPr>
        <p:spPr>
          <a:xfrm rot="0">
            <a:off x="1864416" y="2963287"/>
            <a:ext cx="9741465" cy="1470808"/>
          </a:xfrm>
          <a:prstGeom prst="rect">
            <a:avLst/>
          </a:prstGeom>
        </p:spPr>
        <p:txBody>
          <a:bodyPr anchor="t" rtlCol="false" tIns="0" lIns="0" bIns="0" rIns="0">
            <a:spAutoFit/>
          </a:bodyPr>
          <a:lstStyle/>
          <a:p>
            <a:pPr algn="just">
              <a:lnSpc>
                <a:spcPts val="2940"/>
              </a:lnSpc>
            </a:pPr>
            <a:r>
              <a:rPr lang="en-US" sz="2100">
                <a:solidFill>
                  <a:srgbClr val="000000"/>
                </a:solidFill>
                <a:latin typeface="Open Sans"/>
                <a:ea typeface="Open Sans"/>
                <a:cs typeface="Open Sans"/>
                <a:sym typeface="Open Sans"/>
              </a:rPr>
              <a:t>Pada project UTS ini kami group 3 mengambil topik/tema </a:t>
            </a:r>
            <a:r>
              <a:rPr lang="en-US" b="true" sz="2100" i="true">
                <a:solidFill>
                  <a:srgbClr val="000000"/>
                </a:solidFill>
                <a:latin typeface="Open Sans Bold Italics"/>
                <a:ea typeface="Open Sans Bold Italics"/>
                <a:cs typeface="Open Sans Bold Italics"/>
                <a:sym typeface="Open Sans Bold Italics"/>
              </a:rPr>
              <a:t>Profil Company</a:t>
            </a:r>
            <a:r>
              <a:rPr lang="en-US" sz="2100">
                <a:solidFill>
                  <a:srgbClr val="000000"/>
                </a:solidFill>
                <a:latin typeface="Open Sans"/>
                <a:ea typeface="Open Sans"/>
                <a:cs typeface="Open Sans"/>
                <a:sym typeface="Open Sans"/>
              </a:rPr>
              <a:t>. Company yang kami buat ini bergerak dibidang IT seperti web-development, konsultan IT, data dan aplikasi. Perusahaan ini kami beri nama Nexa-Lab dengan tagline </a:t>
            </a:r>
            <a:r>
              <a:rPr lang="en-US" b="true" sz="2100" i="true">
                <a:solidFill>
                  <a:srgbClr val="000000"/>
                </a:solidFill>
                <a:latin typeface="Open Sans Bold Italics"/>
                <a:ea typeface="Open Sans Bold Italics"/>
                <a:cs typeface="Open Sans Bold Italics"/>
                <a:sym typeface="Open Sans Bold Italics"/>
              </a:rPr>
              <a:t>Solusi Digital Terbaik untuk Bisnis Anda</a:t>
            </a:r>
            <a:r>
              <a:rPr lang="en-US" sz="2100" i="true">
                <a:solidFill>
                  <a:srgbClr val="000000"/>
                </a:solidFill>
                <a:latin typeface="Open Sans Italics"/>
                <a:ea typeface="Open Sans Italics"/>
                <a:cs typeface="Open Sans Italics"/>
                <a:sym typeface="Open Sans Italics"/>
              </a:rPr>
              <a:t>.</a:t>
            </a:r>
          </a:p>
        </p:txBody>
      </p:sp>
      <p:sp>
        <p:nvSpPr>
          <p:cNvPr name="Freeform 12" id="12"/>
          <p:cNvSpPr/>
          <p:nvPr/>
        </p:nvSpPr>
        <p:spPr>
          <a:xfrm flipH="false" flipV="false" rot="0">
            <a:off x="7380647" y="5352629"/>
            <a:ext cx="3775307" cy="1322605"/>
          </a:xfrm>
          <a:custGeom>
            <a:avLst/>
            <a:gdLst/>
            <a:ahLst/>
            <a:cxnLst/>
            <a:rect r="r" b="b" t="t" l="l"/>
            <a:pathLst>
              <a:path h="1322605" w="3775307">
                <a:moveTo>
                  <a:pt x="0" y="0"/>
                </a:moveTo>
                <a:lnTo>
                  <a:pt x="3775307" y="0"/>
                </a:lnTo>
                <a:lnTo>
                  <a:pt x="3775307" y="1322605"/>
                </a:lnTo>
                <a:lnTo>
                  <a:pt x="0" y="1322605"/>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514350" y="-272025"/>
            <a:ext cx="19118434" cy="3889878"/>
            <a:chOff x="0" y="0"/>
            <a:chExt cx="5035308" cy="1024495"/>
          </a:xfrm>
        </p:grpSpPr>
        <p:sp>
          <p:nvSpPr>
            <p:cNvPr name="Freeform 4" id="4"/>
            <p:cNvSpPr/>
            <p:nvPr/>
          </p:nvSpPr>
          <p:spPr>
            <a:xfrm flipH="false" flipV="false" rot="0">
              <a:off x="0" y="0"/>
              <a:ext cx="5035308" cy="1024495"/>
            </a:xfrm>
            <a:custGeom>
              <a:avLst/>
              <a:gdLst/>
              <a:ahLst/>
              <a:cxnLst/>
              <a:rect r="r" b="b" t="t" l="l"/>
              <a:pathLst>
                <a:path h="1024495" w="5035308">
                  <a:moveTo>
                    <a:pt x="0" y="0"/>
                  </a:moveTo>
                  <a:lnTo>
                    <a:pt x="5035308" y="0"/>
                  </a:lnTo>
                  <a:lnTo>
                    <a:pt x="5035308" y="1024495"/>
                  </a:lnTo>
                  <a:lnTo>
                    <a:pt x="0" y="1024495"/>
                  </a:lnTo>
                  <a:close/>
                </a:path>
              </a:pathLst>
            </a:custGeom>
            <a:gradFill rotWithShape="true">
              <a:gsLst>
                <a:gs pos="0">
                  <a:srgbClr val="003060">
                    <a:alpha val="100000"/>
                  </a:srgbClr>
                </a:gs>
                <a:gs pos="100000">
                  <a:srgbClr val="003060">
                    <a:alpha val="0"/>
                  </a:srgbClr>
                </a:gs>
              </a:gsLst>
              <a:lin ang="5400000"/>
            </a:gradFill>
          </p:spPr>
        </p:sp>
        <p:sp>
          <p:nvSpPr>
            <p:cNvPr name="TextBox 5" id="5"/>
            <p:cNvSpPr txBox="true"/>
            <p:nvPr/>
          </p:nvSpPr>
          <p:spPr>
            <a:xfrm>
              <a:off x="0" y="-57150"/>
              <a:ext cx="5035308" cy="1081645"/>
            </a:xfrm>
            <a:prstGeom prst="rect">
              <a:avLst/>
            </a:prstGeom>
          </p:spPr>
          <p:txBody>
            <a:bodyPr anchor="ctr" rtlCol="false" tIns="50800" lIns="50800" bIns="50800" rIns="50800"/>
            <a:lstStyle/>
            <a:p>
              <a:pPr algn="ctr">
                <a:lnSpc>
                  <a:spcPts val="3500"/>
                </a:lnSpc>
              </a:pPr>
            </a:p>
          </p:txBody>
        </p:sp>
      </p:grpSp>
      <p:sp>
        <p:nvSpPr>
          <p:cNvPr name="Freeform 6" id="6"/>
          <p:cNvSpPr/>
          <p:nvPr/>
        </p:nvSpPr>
        <p:spPr>
          <a:xfrm flipH="true" flipV="false" rot="0">
            <a:off x="15126022" y="1298027"/>
            <a:ext cx="1689934" cy="805023"/>
          </a:xfrm>
          <a:custGeom>
            <a:avLst/>
            <a:gdLst/>
            <a:ahLst/>
            <a:cxnLst/>
            <a:rect r="r" b="b" t="t" l="l"/>
            <a:pathLst>
              <a:path h="805023" w="1689934">
                <a:moveTo>
                  <a:pt x="1689933" y="0"/>
                </a:moveTo>
                <a:lnTo>
                  <a:pt x="0" y="0"/>
                </a:lnTo>
                <a:lnTo>
                  <a:pt x="0" y="805023"/>
                </a:lnTo>
                <a:lnTo>
                  <a:pt x="1689933" y="805023"/>
                </a:lnTo>
                <a:lnTo>
                  <a:pt x="1689933"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24110" y="8980271"/>
            <a:ext cx="19136220" cy="1495774"/>
            <a:chOff x="0" y="0"/>
            <a:chExt cx="5039992" cy="393949"/>
          </a:xfrm>
        </p:grpSpPr>
        <p:sp>
          <p:nvSpPr>
            <p:cNvPr name="Freeform 8" id="8"/>
            <p:cNvSpPr/>
            <p:nvPr/>
          </p:nvSpPr>
          <p:spPr>
            <a:xfrm flipH="false" flipV="false" rot="0">
              <a:off x="0" y="0"/>
              <a:ext cx="5039992" cy="393949"/>
            </a:xfrm>
            <a:custGeom>
              <a:avLst/>
              <a:gdLst/>
              <a:ahLst/>
              <a:cxnLst/>
              <a:rect r="r" b="b" t="t" l="l"/>
              <a:pathLst>
                <a:path h="393949" w="5039992">
                  <a:moveTo>
                    <a:pt x="0" y="0"/>
                  </a:moveTo>
                  <a:lnTo>
                    <a:pt x="5039992" y="0"/>
                  </a:lnTo>
                  <a:lnTo>
                    <a:pt x="5039992" y="393949"/>
                  </a:lnTo>
                  <a:lnTo>
                    <a:pt x="0" y="393949"/>
                  </a:lnTo>
                  <a:close/>
                </a:path>
              </a:pathLst>
            </a:custGeom>
            <a:gradFill rotWithShape="true">
              <a:gsLst>
                <a:gs pos="0">
                  <a:srgbClr val="003060">
                    <a:alpha val="0"/>
                  </a:srgbClr>
                </a:gs>
                <a:gs pos="100000">
                  <a:srgbClr val="003060">
                    <a:alpha val="100000"/>
                  </a:srgbClr>
                </a:gs>
              </a:gsLst>
              <a:lin ang="5400000"/>
            </a:gradFill>
          </p:spPr>
        </p:sp>
        <p:sp>
          <p:nvSpPr>
            <p:cNvPr name="TextBox 9" id="9"/>
            <p:cNvSpPr txBox="true"/>
            <p:nvPr/>
          </p:nvSpPr>
          <p:spPr>
            <a:xfrm>
              <a:off x="0" y="-57150"/>
              <a:ext cx="5039992" cy="451099"/>
            </a:xfrm>
            <a:prstGeom prst="rect">
              <a:avLst/>
            </a:prstGeom>
          </p:spPr>
          <p:txBody>
            <a:bodyPr anchor="ctr" rtlCol="false" tIns="50800" lIns="50800" bIns="50800" rIns="50800"/>
            <a:lstStyle/>
            <a:p>
              <a:pPr algn="ctr">
                <a:lnSpc>
                  <a:spcPts val="3500"/>
                </a:lnSpc>
              </a:pPr>
            </a:p>
          </p:txBody>
        </p:sp>
      </p:grpSp>
      <p:sp>
        <p:nvSpPr>
          <p:cNvPr name="Freeform 10" id="10"/>
          <p:cNvSpPr/>
          <p:nvPr/>
        </p:nvSpPr>
        <p:spPr>
          <a:xfrm flipH="false" flipV="false" rot="0">
            <a:off x="562214" y="1552405"/>
            <a:ext cx="3150806" cy="1101289"/>
          </a:xfrm>
          <a:custGeom>
            <a:avLst/>
            <a:gdLst/>
            <a:ahLst/>
            <a:cxnLst/>
            <a:rect r="r" b="b" t="t" l="l"/>
            <a:pathLst>
              <a:path h="1101289" w="3150806">
                <a:moveTo>
                  <a:pt x="0" y="0"/>
                </a:moveTo>
                <a:lnTo>
                  <a:pt x="3150806" y="0"/>
                </a:lnTo>
                <a:lnTo>
                  <a:pt x="3150806" y="1101289"/>
                </a:lnTo>
                <a:lnTo>
                  <a:pt x="0" y="1101289"/>
                </a:lnTo>
                <a:lnTo>
                  <a:pt x="0" y="0"/>
                </a:lnTo>
                <a:close/>
              </a:path>
            </a:pathLst>
          </a:custGeom>
          <a:blipFill>
            <a:blip r:embed="rId5"/>
            <a:stretch>
              <a:fillRect l="0" t="0" r="0" b="0"/>
            </a:stretch>
          </a:blipFill>
        </p:spPr>
      </p:sp>
      <p:sp>
        <p:nvSpPr>
          <p:cNvPr name="TextBox 11" id="11"/>
          <p:cNvSpPr txBox="true"/>
          <p:nvPr/>
        </p:nvSpPr>
        <p:spPr>
          <a:xfrm rot="0">
            <a:off x="6363906" y="6112243"/>
            <a:ext cx="2352964" cy="248920"/>
          </a:xfrm>
          <a:prstGeom prst="rect">
            <a:avLst/>
          </a:prstGeom>
        </p:spPr>
        <p:txBody>
          <a:bodyPr anchor="t" rtlCol="false" tIns="0" lIns="0" bIns="0" rIns="0">
            <a:spAutoFit/>
          </a:bodyPr>
          <a:lstStyle/>
          <a:p>
            <a:pPr algn="ctr">
              <a:lnSpc>
                <a:spcPts val="1940"/>
              </a:lnSpc>
            </a:pPr>
            <a:r>
              <a:rPr lang="en-US" b="true" sz="2000">
                <a:solidFill>
                  <a:srgbClr val="003060"/>
                </a:solidFill>
                <a:latin typeface="Garet Bold"/>
                <a:ea typeface="Garet Bold"/>
                <a:cs typeface="Garet Bold"/>
                <a:sym typeface="Garet Bold"/>
              </a:rPr>
              <a:t>RIFANDI </a:t>
            </a:r>
          </a:p>
        </p:txBody>
      </p:sp>
      <p:sp>
        <p:nvSpPr>
          <p:cNvPr name="TextBox 12" id="12"/>
          <p:cNvSpPr txBox="true"/>
          <p:nvPr/>
        </p:nvSpPr>
        <p:spPr>
          <a:xfrm rot="0">
            <a:off x="9674645" y="6107089"/>
            <a:ext cx="2352964" cy="283412"/>
          </a:xfrm>
          <a:prstGeom prst="rect">
            <a:avLst/>
          </a:prstGeom>
        </p:spPr>
        <p:txBody>
          <a:bodyPr anchor="t" rtlCol="false" tIns="0" lIns="0" bIns="0" rIns="0">
            <a:spAutoFit/>
          </a:bodyPr>
          <a:lstStyle/>
          <a:p>
            <a:pPr algn="r">
              <a:lnSpc>
                <a:spcPts val="2134"/>
              </a:lnSpc>
            </a:pPr>
            <a:r>
              <a:rPr lang="en-US" b="true" sz="2200">
                <a:solidFill>
                  <a:srgbClr val="003060"/>
                </a:solidFill>
                <a:latin typeface="Garet Bold"/>
                <a:ea typeface="Garet Bold"/>
                <a:cs typeface="Garet Bold"/>
                <a:sym typeface="Garet Bold"/>
              </a:rPr>
              <a:t>RAFAEL SATRIO</a:t>
            </a:r>
          </a:p>
        </p:txBody>
      </p:sp>
      <p:sp>
        <p:nvSpPr>
          <p:cNvPr name="TextBox 13" id="13"/>
          <p:cNvSpPr txBox="true"/>
          <p:nvPr/>
        </p:nvSpPr>
        <p:spPr>
          <a:xfrm rot="0">
            <a:off x="3250202" y="6177238"/>
            <a:ext cx="2452935" cy="248920"/>
          </a:xfrm>
          <a:prstGeom prst="rect">
            <a:avLst/>
          </a:prstGeom>
        </p:spPr>
        <p:txBody>
          <a:bodyPr anchor="t" rtlCol="false" tIns="0" lIns="0" bIns="0" rIns="0">
            <a:spAutoFit/>
          </a:bodyPr>
          <a:lstStyle/>
          <a:p>
            <a:pPr algn="ctr">
              <a:lnSpc>
                <a:spcPts val="1940"/>
              </a:lnSpc>
            </a:pPr>
            <a:r>
              <a:rPr lang="en-US" b="true" sz="2000">
                <a:solidFill>
                  <a:srgbClr val="003060"/>
                </a:solidFill>
                <a:latin typeface="Garet Bold"/>
                <a:ea typeface="Garet Bold"/>
                <a:cs typeface="Garet Bold"/>
                <a:sym typeface="Garet Bold"/>
              </a:rPr>
              <a:t>RIZKY</a:t>
            </a:r>
          </a:p>
        </p:txBody>
      </p:sp>
      <p:sp>
        <p:nvSpPr>
          <p:cNvPr name="TextBox 14" id="14"/>
          <p:cNvSpPr txBox="true"/>
          <p:nvPr/>
        </p:nvSpPr>
        <p:spPr>
          <a:xfrm rot="0">
            <a:off x="7792157" y="4611327"/>
            <a:ext cx="2505420" cy="283412"/>
          </a:xfrm>
          <a:prstGeom prst="rect">
            <a:avLst/>
          </a:prstGeom>
        </p:spPr>
        <p:txBody>
          <a:bodyPr anchor="t" rtlCol="false" tIns="0" lIns="0" bIns="0" rIns="0">
            <a:spAutoFit/>
          </a:bodyPr>
          <a:lstStyle/>
          <a:p>
            <a:pPr algn="ctr">
              <a:lnSpc>
                <a:spcPts val="2134"/>
              </a:lnSpc>
            </a:pPr>
            <a:r>
              <a:rPr lang="en-US" b="true" sz="2200">
                <a:solidFill>
                  <a:srgbClr val="003060"/>
                </a:solidFill>
                <a:latin typeface="Garet Bold"/>
                <a:ea typeface="Garet Bold"/>
                <a:cs typeface="Garet Bold"/>
                <a:sym typeface="Garet Bold"/>
              </a:rPr>
              <a:t>NACWA JULIANTI</a:t>
            </a:r>
          </a:p>
        </p:txBody>
      </p:sp>
      <p:sp>
        <p:nvSpPr>
          <p:cNvPr name="TextBox 15" id="15"/>
          <p:cNvSpPr txBox="true"/>
          <p:nvPr/>
        </p:nvSpPr>
        <p:spPr>
          <a:xfrm rot="0">
            <a:off x="6363906" y="6477257"/>
            <a:ext cx="2352964" cy="320749"/>
          </a:xfrm>
          <a:prstGeom prst="rect">
            <a:avLst/>
          </a:prstGeom>
        </p:spPr>
        <p:txBody>
          <a:bodyPr anchor="t" rtlCol="false" tIns="0" lIns="0" bIns="0" rIns="0">
            <a:spAutoFit/>
          </a:bodyPr>
          <a:lstStyle/>
          <a:p>
            <a:pPr algn="ctr">
              <a:lnSpc>
                <a:spcPts val="2500"/>
              </a:lnSpc>
            </a:pPr>
            <a:r>
              <a:rPr lang="en-US" sz="2000">
                <a:solidFill>
                  <a:srgbClr val="000000"/>
                </a:solidFill>
                <a:latin typeface="Open Sans"/>
                <a:ea typeface="Open Sans"/>
                <a:cs typeface="Open Sans"/>
                <a:sym typeface="Open Sans"/>
              </a:rPr>
              <a:t>Tim</a:t>
            </a:r>
          </a:p>
        </p:txBody>
      </p:sp>
      <p:sp>
        <p:nvSpPr>
          <p:cNvPr name="TextBox 16" id="16"/>
          <p:cNvSpPr txBox="true"/>
          <p:nvPr/>
        </p:nvSpPr>
        <p:spPr>
          <a:xfrm rot="0">
            <a:off x="9825989" y="6472103"/>
            <a:ext cx="2201621" cy="320749"/>
          </a:xfrm>
          <a:prstGeom prst="rect">
            <a:avLst/>
          </a:prstGeom>
        </p:spPr>
        <p:txBody>
          <a:bodyPr anchor="t" rtlCol="false" tIns="0" lIns="0" bIns="0" rIns="0">
            <a:spAutoFit/>
          </a:bodyPr>
          <a:lstStyle/>
          <a:p>
            <a:pPr algn="ctr">
              <a:lnSpc>
                <a:spcPts val="2500"/>
              </a:lnSpc>
            </a:pPr>
            <a:r>
              <a:rPr lang="en-US" sz="2000">
                <a:solidFill>
                  <a:srgbClr val="000000"/>
                </a:solidFill>
                <a:latin typeface="Open Sans"/>
                <a:ea typeface="Open Sans"/>
                <a:cs typeface="Open Sans"/>
                <a:sym typeface="Open Sans"/>
              </a:rPr>
              <a:t>Tim</a:t>
            </a:r>
          </a:p>
        </p:txBody>
      </p:sp>
      <p:sp>
        <p:nvSpPr>
          <p:cNvPr name="TextBox 17" id="17"/>
          <p:cNvSpPr txBox="true"/>
          <p:nvPr/>
        </p:nvSpPr>
        <p:spPr>
          <a:xfrm rot="0">
            <a:off x="3250202" y="6542252"/>
            <a:ext cx="2452935" cy="320749"/>
          </a:xfrm>
          <a:prstGeom prst="rect">
            <a:avLst/>
          </a:prstGeom>
        </p:spPr>
        <p:txBody>
          <a:bodyPr anchor="t" rtlCol="false" tIns="0" lIns="0" bIns="0" rIns="0">
            <a:spAutoFit/>
          </a:bodyPr>
          <a:lstStyle/>
          <a:p>
            <a:pPr algn="ctr">
              <a:lnSpc>
                <a:spcPts val="2500"/>
              </a:lnSpc>
            </a:pPr>
            <a:r>
              <a:rPr lang="en-US" sz="2000">
                <a:solidFill>
                  <a:srgbClr val="000000"/>
                </a:solidFill>
                <a:latin typeface="Open Sans"/>
                <a:ea typeface="Open Sans"/>
                <a:cs typeface="Open Sans"/>
                <a:sym typeface="Open Sans"/>
              </a:rPr>
              <a:t>Tim</a:t>
            </a:r>
          </a:p>
        </p:txBody>
      </p:sp>
      <p:sp>
        <p:nvSpPr>
          <p:cNvPr name="TextBox 18" id="18"/>
          <p:cNvSpPr txBox="true"/>
          <p:nvPr/>
        </p:nvSpPr>
        <p:spPr>
          <a:xfrm rot="0">
            <a:off x="7792157" y="4976341"/>
            <a:ext cx="2505420" cy="320749"/>
          </a:xfrm>
          <a:prstGeom prst="rect">
            <a:avLst/>
          </a:prstGeom>
        </p:spPr>
        <p:txBody>
          <a:bodyPr anchor="t" rtlCol="false" tIns="0" lIns="0" bIns="0" rIns="0">
            <a:spAutoFit/>
          </a:bodyPr>
          <a:lstStyle/>
          <a:p>
            <a:pPr algn="ctr">
              <a:lnSpc>
                <a:spcPts val="2500"/>
              </a:lnSpc>
            </a:pPr>
            <a:r>
              <a:rPr lang="en-US" sz="2000">
                <a:solidFill>
                  <a:srgbClr val="000000"/>
                </a:solidFill>
                <a:latin typeface="Open Sans"/>
                <a:ea typeface="Open Sans"/>
                <a:cs typeface="Open Sans"/>
                <a:sym typeface="Open Sans"/>
              </a:rPr>
              <a:t>Leader</a:t>
            </a:r>
          </a:p>
        </p:txBody>
      </p:sp>
      <p:sp>
        <p:nvSpPr>
          <p:cNvPr name="TextBox 19" id="19"/>
          <p:cNvSpPr txBox="true"/>
          <p:nvPr/>
        </p:nvSpPr>
        <p:spPr>
          <a:xfrm rot="0">
            <a:off x="5453352" y="2736236"/>
            <a:ext cx="7381297" cy="862425"/>
          </a:xfrm>
          <a:prstGeom prst="rect">
            <a:avLst/>
          </a:prstGeom>
        </p:spPr>
        <p:txBody>
          <a:bodyPr anchor="t" rtlCol="false" tIns="0" lIns="0" bIns="0" rIns="0">
            <a:spAutoFit/>
          </a:bodyPr>
          <a:lstStyle/>
          <a:p>
            <a:pPr algn="l">
              <a:lnSpc>
                <a:spcPts val="6499"/>
              </a:lnSpc>
            </a:pPr>
            <a:r>
              <a:rPr lang="en-US" sz="6700" b="true">
                <a:solidFill>
                  <a:srgbClr val="003060"/>
                </a:solidFill>
                <a:latin typeface="Garet Bold"/>
                <a:ea typeface="Garet Bold"/>
                <a:cs typeface="Garet Bold"/>
                <a:sym typeface="Garet Bold"/>
              </a:rPr>
              <a:t>OUR TIM WORK</a:t>
            </a:r>
          </a:p>
        </p:txBody>
      </p:sp>
      <p:sp>
        <p:nvSpPr>
          <p:cNvPr name="TextBox 20" id="20"/>
          <p:cNvSpPr txBox="true"/>
          <p:nvPr/>
        </p:nvSpPr>
        <p:spPr>
          <a:xfrm rot="0">
            <a:off x="12684834" y="6112243"/>
            <a:ext cx="2352964" cy="283412"/>
          </a:xfrm>
          <a:prstGeom prst="rect">
            <a:avLst/>
          </a:prstGeom>
        </p:spPr>
        <p:txBody>
          <a:bodyPr anchor="t" rtlCol="false" tIns="0" lIns="0" bIns="0" rIns="0">
            <a:spAutoFit/>
          </a:bodyPr>
          <a:lstStyle/>
          <a:p>
            <a:pPr algn="ctr">
              <a:lnSpc>
                <a:spcPts val="2134"/>
              </a:lnSpc>
            </a:pPr>
            <a:r>
              <a:rPr lang="en-US" b="true" sz="2200">
                <a:solidFill>
                  <a:srgbClr val="003060"/>
                </a:solidFill>
                <a:latin typeface="Garet Bold"/>
                <a:ea typeface="Garet Bold"/>
                <a:cs typeface="Garet Bold"/>
                <a:sym typeface="Garet Bold"/>
              </a:rPr>
              <a:t>DANI RIYANTO</a:t>
            </a:r>
          </a:p>
        </p:txBody>
      </p:sp>
      <p:sp>
        <p:nvSpPr>
          <p:cNvPr name="TextBox 21" id="21"/>
          <p:cNvSpPr txBox="true"/>
          <p:nvPr/>
        </p:nvSpPr>
        <p:spPr>
          <a:xfrm rot="0">
            <a:off x="12684834" y="6477257"/>
            <a:ext cx="2352964" cy="320749"/>
          </a:xfrm>
          <a:prstGeom prst="rect">
            <a:avLst/>
          </a:prstGeom>
        </p:spPr>
        <p:txBody>
          <a:bodyPr anchor="t" rtlCol="false" tIns="0" lIns="0" bIns="0" rIns="0">
            <a:spAutoFit/>
          </a:bodyPr>
          <a:lstStyle/>
          <a:p>
            <a:pPr algn="ctr">
              <a:lnSpc>
                <a:spcPts val="2500"/>
              </a:lnSpc>
            </a:pPr>
            <a:r>
              <a:rPr lang="en-US" sz="2000">
                <a:solidFill>
                  <a:srgbClr val="000000"/>
                </a:solidFill>
                <a:latin typeface="Open Sans"/>
                <a:ea typeface="Open Sans"/>
                <a:cs typeface="Open Sans"/>
                <a:sym typeface="Open Sans"/>
              </a:rPr>
              <a:t>Tim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864416" y="1298027"/>
            <a:ext cx="675438" cy="498446"/>
          </a:xfrm>
          <a:custGeom>
            <a:avLst/>
            <a:gdLst/>
            <a:ahLst/>
            <a:cxnLst/>
            <a:rect r="r" b="b" t="t" l="l"/>
            <a:pathLst>
              <a:path h="498446" w="675438">
                <a:moveTo>
                  <a:pt x="0" y="0"/>
                </a:moveTo>
                <a:lnTo>
                  <a:pt x="675437" y="0"/>
                </a:lnTo>
                <a:lnTo>
                  <a:pt x="675437" y="498446"/>
                </a:lnTo>
                <a:lnTo>
                  <a:pt x="0" y="498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311461" y="626188"/>
            <a:ext cx="1689934" cy="805023"/>
          </a:xfrm>
          <a:custGeom>
            <a:avLst/>
            <a:gdLst/>
            <a:ahLst/>
            <a:cxnLst/>
            <a:rect r="r" b="b" t="t" l="l"/>
            <a:pathLst>
              <a:path h="805023" w="1689934">
                <a:moveTo>
                  <a:pt x="1689934" y="0"/>
                </a:moveTo>
                <a:lnTo>
                  <a:pt x="0" y="0"/>
                </a:lnTo>
                <a:lnTo>
                  <a:pt x="0" y="805024"/>
                </a:lnTo>
                <a:lnTo>
                  <a:pt x="1689934" y="805024"/>
                </a:lnTo>
                <a:lnTo>
                  <a:pt x="1689934"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64488" y="1939938"/>
            <a:ext cx="18452488" cy="1547250"/>
            <a:chOff x="0" y="0"/>
            <a:chExt cx="4859914" cy="407506"/>
          </a:xfrm>
        </p:grpSpPr>
        <p:sp>
          <p:nvSpPr>
            <p:cNvPr name="Freeform 6" id="6"/>
            <p:cNvSpPr/>
            <p:nvPr/>
          </p:nvSpPr>
          <p:spPr>
            <a:xfrm flipH="false" flipV="false" rot="0">
              <a:off x="0" y="0"/>
              <a:ext cx="4859915" cy="407506"/>
            </a:xfrm>
            <a:custGeom>
              <a:avLst/>
              <a:gdLst/>
              <a:ahLst/>
              <a:cxnLst/>
              <a:rect r="r" b="b" t="t" l="l"/>
              <a:pathLst>
                <a:path h="407506" w="4859915">
                  <a:moveTo>
                    <a:pt x="0" y="0"/>
                  </a:moveTo>
                  <a:lnTo>
                    <a:pt x="4859915" y="0"/>
                  </a:lnTo>
                  <a:lnTo>
                    <a:pt x="4859915" y="407506"/>
                  </a:lnTo>
                  <a:lnTo>
                    <a:pt x="0" y="407506"/>
                  </a:lnTo>
                  <a:close/>
                </a:path>
              </a:pathLst>
            </a:custGeom>
            <a:gradFill rotWithShape="true">
              <a:gsLst>
                <a:gs pos="0">
                  <a:srgbClr val="003060">
                    <a:alpha val="100000"/>
                  </a:srgbClr>
                </a:gs>
                <a:gs pos="100000">
                  <a:srgbClr val="003060">
                    <a:alpha val="0"/>
                  </a:srgbClr>
                </a:gs>
              </a:gsLst>
              <a:lin ang="5400000"/>
            </a:gradFill>
          </p:spPr>
        </p:sp>
        <p:sp>
          <p:nvSpPr>
            <p:cNvPr name="TextBox 7" id="7"/>
            <p:cNvSpPr txBox="true"/>
            <p:nvPr/>
          </p:nvSpPr>
          <p:spPr>
            <a:xfrm>
              <a:off x="0" y="-57150"/>
              <a:ext cx="4859914" cy="464656"/>
            </a:xfrm>
            <a:prstGeom prst="rect">
              <a:avLst/>
            </a:prstGeom>
          </p:spPr>
          <p:txBody>
            <a:bodyPr anchor="ctr" rtlCol="false" tIns="50800" lIns="50800" bIns="50800" rIns="50800"/>
            <a:lstStyle/>
            <a:p>
              <a:pPr algn="ctr">
                <a:lnSpc>
                  <a:spcPts val="3500"/>
                </a:lnSpc>
              </a:pPr>
            </a:p>
          </p:txBody>
        </p:sp>
      </p:grpSp>
      <p:sp>
        <p:nvSpPr>
          <p:cNvPr name="AutoShape 8" id="8"/>
          <p:cNvSpPr/>
          <p:nvPr/>
        </p:nvSpPr>
        <p:spPr>
          <a:xfrm flipV="true">
            <a:off x="8772028" y="2059779"/>
            <a:ext cx="0" cy="2411240"/>
          </a:xfrm>
          <a:prstGeom prst="line">
            <a:avLst/>
          </a:prstGeom>
          <a:ln cap="flat" w="38100">
            <a:gradFill>
              <a:gsLst>
                <a:gs pos="0">
                  <a:srgbClr val="003060">
                    <a:alpha val="100000"/>
                  </a:srgbClr>
                </a:gs>
                <a:gs pos="100000">
                  <a:srgbClr val="003060">
                    <a:alpha val="0"/>
                  </a:srgbClr>
                </a:gs>
              </a:gsLst>
              <a:lin ang="5400000"/>
            </a:gradFill>
            <a:prstDash val="solid"/>
            <a:headEnd type="none" len="sm" w="sm"/>
            <a:tailEnd type="none" len="sm" w="sm"/>
          </a:ln>
        </p:spPr>
      </p:sp>
      <p:grpSp>
        <p:nvGrpSpPr>
          <p:cNvPr name="Group 9" id="9"/>
          <p:cNvGrpSpPr/>
          <p:nvPr/>
        </p:nvGrpSpPr>
        <p:grpSpPr>
          <a:xfrm rot="0">
            <a:off x="946456" y="2215994"/>
            <a:ext cx="1072945" cy="107294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64EB"/>
            </a:solidFill>
            <a:ln w="38100" cap="sq">
              <a:solidFill>
                <a:srgbClr val="000000"/>
              </a:solidFill>
              <a:prstDash val="solid"/>
              <a:miter/>
            </a:ln>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12" id="12"/>
          <p:cNvSpPr txBox="true"/>
          <p:nvPr/>
        </p:nvSpPr>
        <p:spPr>
          <a:xfrm rot="0">
            <a:off x="3537430" y="1032967"/>
            <a:ext cx="11048652" cy="862425"/>
          </a:xfrm>
          <a:prstGeom prst="rect">
            <a:avLst/>
          </a:prstGeom>
        </p:spPr>
        <p:txBody>
          <a:bodyPr anchor="t" rtlCol="false" tIns="0" lIns="0" bIns="0" rIns="0">
            <a:spAutoFit/>
          </a:bodyPr>
          <a:lstStyle/>
          <a:p>
            <a:pPr algn="ctr">
              <a:lnSpc>
                <a:spcPts val="6499"/>
              </a:lnSpc>
            </a:pPr>
            <a:r>
              <a:rPr lang="en-US" b="true" sz="6700">
                <a:solidFill>
                  <a:srgbClr val="000000"/>
                </a:solidFill>
                <a:latin typeface="Garet Bold"/>
                <a:ea typeface="Garet Bold"/>
                <a:cs typeface="Garet Bold"/>
                <a:sym typeface="Garet Bold"/>
              </a:rPr>
              <a:t>COLOR &amp; FONT </a:t>
            </a:r>
            <a:r>
              <a:rPr lang="en-US" b="true" sz="6700">
                <a:solidFill>
                  <a:srgbClr val="000000"/>
                </a:solidFill>
                <a:latin typeface="Garet Bold"/>
                <a:ea typeface="Garet Bold"/>
                <a:cs typeface="Garet Bold"/>
                <a:sym typeface="Garet Bold"/>
              </a:rPr>
              <a:t>PALLETE</a:t>
            </a:r>
          </a:p>
        </p:txBody>
      </p:sp>
      <p:sp>
        <p:nvSpPr>
          <p:cNvPr name="TextBox 13" id="13"/>
          <p:cNvSpPr txBox="true"/>
          <p:nvPr/>
        </p:nvSpPr>
        <p:spPr>
          <a:xfrm rot="0">
            <a:off x="546937" y="3544338"/>
            <a:ext cx="3581870" cy="308192"/>
          </a:xfrm>
          <a:prstGeom prst="rect">
            <a:avLst/>
          </a:prstGeom>
        </p:spPr>
        <p:txBody>
          <a:bodyPr anchor="t" rtlCol="false" tIns="0" lIns="0" bIns="0" rIns="0">
            <a:spAutoFit/>
          </a:bodyPr>
          <a:lstStyle/>
          <a:p>
            <a:pPr algn="ctr">
              <a:lnSpc>
                <a:spcPts val="2328"/>
              </a:lnSpc>
            </a:pPr>
            <a:r>
              <a:rPr lang="en-US" b="true" sz="2400">
                <a:solidFill>
                  <a:srgbClr val="003060"/>
                </a:solidFill>
                <a:latin typeface="Garet Bold"/>
                <a:ea typeface="Garet Bold"/>
                <a:cs typeface="Garet Bold"/>
                <a:sym typeface="Garet Bold"/>
              </a:rPr>
              <a:t>PRIMER COLOR</a:t>
            </a:r>
          </a:p>
        </p:txBody>
      </p:sp>
      <p:sp>
        <p:nvSpPr>
          <p:cNvPr name="TextBox 14" id="14"/>
          <p:cNvSpPr txBox="true"/>
          <p:nvPr/>
        </p:nvSpPr>
        <p:spPr>
          <a:xfrm rot="0">
            <a:off x="546937" y="3975777"/>
            <a:ext cx="7986112" cy="989964"/>
          </a:xfrm>
          <a:prstGeom prst="rect">
            <a:avLst/>
          </a:prstGeom>
        </p:spPr>
        <p:txBody>
          <a:bodyPr anchor="t" rtlCol="false" tIns="0" lIns="0" bIns="0" rIns="0">
            <a:spAutoFit/>
          </a:bodyPr>
          <a:lstStyle/>
          <a:p>
            <a:pPr algn="ctr">
              <a:lnSpc>
                <a:spcPts val="2660"/>
              </a:lnSpc>
            </a:pPr>
            <a:r>
              <a:rPr lang="en-US" sz="1900">
                <a:solidFill>
                  <a:srgbClr val="000000"/>
                </a:solidFill>
                <a:latin typeface="Open Sans"/>
                <a:ea typeface="Open Sans"/>
                <a:cs typeface="Open Sans"/>
                <a:sym typeface="Open Sans"/>
              </a:rPr>
              <a:t>Warna biru secara psikologis bermakna profesional dan kepercayaan. Maka dari itu Nexa Lab menggunakan warna ini sebagai dasar bahwa perusahaan ini dapat dipercaya dan sangat berprofesional.</a:t>
            </a:r>
          </a:p>
        </p:txBody>
      </p:sp>
      <p:sp>
        <p:nvSpPr>
          <p:cNvPr name="TextBox 15" id="15"/>
          <p:cNvSpPr txBox="true"/>
          <p:nvPr/>
        </p:nvSpPr>
        <p:spPr>
          <a:xfrm rot="0">
            <a:off x="2119891" y="2505130"/>
            <a:ext cx="1916298" cy="783808"/>
          </a:xfrm>
          <a:prstGeom prst="rect">
            <a:avLst/>
          </a:prstGeom>
        </p:spPr>
        <p:txBody>
          <a:bodyPr anchor="t" rtlCol="false" tIns="0" lIns="0" bIns="0" rIns="0">
            <a:spAutoFit/>
          </a:bodyPr>
          <a:lstStyle/>
          <a:p>
            <a:pPr algn="ctr">
              <a:lnSpc>
                <a:spcPts val="3013"/>
              </a:lnSpc>
            </a:pPr>
            <a:r>
              <a:rPr lang="en-US" b="true" sz="3107">
                <a:solidFill>
                  <a:srgbClr val="000000"/>
                </a:solidFill>
                <a:latin typeface="Garet Bold"/>
                <a:ea typeface="Garet Bold"/>
                <a:cs typeface="Garet Bold"/>
                <a:sym typeface="Garet Bold"/>
              </a:rPr>
              <a:t>#2664</a:t>
            </a:r>
            <a:r>
              <a:rPr lang="en-US" b="true" sz="3107">
                <a:solidFill>
                  <a:srgbClr val="000000"/>
                </a:solidFill>
                <a:latin typeface="Garet Bold"/>
                <a:ea typeface="Garet Bold"/>
                <a:cs typeface="Garet Bold"/>
                <a:sym typeface="Garet Bold"/>
              </a:rPr>
              <a:t>EB</a:t>
            </a:r>
          </a:p>
          <a:p>
            <a:pPr algn="ctr">
              <a:lnSpc>
                <a:spcPts val="3013"/>
              </a:lnSpc>
            </a:pPr>
            <a:r>
              <a:rPr lang="en-US" b="true" sz="3107">
                <a:solidFill>
                  <a:srgbClr val="000000"/>
                </a:solidFill>
                <a:latin typeface="Garet Bold"/>
                <a:ea typeface="Garet Bold"/>
                <a:cs typeface="Garet Bold"/>
                <a:sym typeface="Garet Bold"/>
              </a:rPr>
              <a:t>BIRU TUA</a:t>
            </a:r>
          </a:p>
        </p:txBody>
      </p:sp>
      <p:grpSp>
        <p:nvGrpSpPr>
          <p:cNvPr name="Group 16" id="16"/>
          <p:cNvGrpSpPr/>
          <p:nvPr/>
        </p:nvGrpSpPr>
        <p:grpSpPr>
          <a:xfrm rot="0">
            <a:off x="4696706" y="2327225"/>
            <a:ext cx="1072945" cy="107294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0A5FA"/>
            </a:solidFill>
            <a:ln w="38100" cap="sq">
              <a:solidFill>
                <a:srgbClr val="000000"/>
              </a:solidFill>
              <a:prstDash val="solid"/>
              <a:miter/>
            </a:ln>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19" id="19"/>
          <p:cNvSpPr txBox="true"/>
          <p:nvPr/>
        </p:nvSpPr>
        <p:spPr>
          <a:xfrm rot="0">
            <a:off x="5874426" y="2505130"/>
            <a:ext cx="2379583" cy="783808"/>
          </a:xfrm>
          <a:prstGeom prst="rect">
            <a:avLst/>
          </a:prstGeom>
        </p:spPr>
        <p:txBody>
          <a:bodyPr anchor="t" rtlCol="false" tIns="0" lIns="0" bIns="0" rIns="0">
            <a:spAutoFit/>
          </a:bodyPr>
          <a:lstStyle/>
          <a:p>
            <a:pPr algn="ctr">
              <a:lnSpc>
                <a:spcPts val="3013"/>
              </a:lnSpc>
            </a:pPr>
            <a:r>
              <a:rPr lang="en-US" b="true" sz="3107">
                <a:solidFill>
                  <a:srgbClr val="000000"/>
                </a:solidFill>
                <a:latin typeface="Garet Bold"/>
                <a:ea typeface="Garet Bold"/>
                <a:cs typeface="Garet Bold"/>
                <a:sym typeface="Garet Bold"/>
              </a:rPr>
              <a:t>#60A5FA</a:t>
            </a:r>
          </a:p>
          <a:p>
            <a:pPr algn="ctr">
              <a:lnSpc>
                <a:spcPts val="3013"/>
              </a:lnSpc>
            </a:pPr>
            <a:r>
              <a:rPr lang="en-US" b="true" sz="3107">
                <a:solidFill>
                  <a:srgbClr val="000000"/>
                </a:solidFill>
                <a:latin typeface="Garet Bold"/>
                <a:ea typeface="Garet Bold"/>
                <a:cs typeface="Garet Bold"/>
                <a:sym typeface="Garet Bold"/>
              </a:rPr>
              <a:t>BIRU MUDA</a:t>
            </a:r>
          </a:p>
        </p:txBody>
      </p:sp>
      <p:sp>
        <p:nvSpPr>
          <p:cNvPr name="TextBox 20" id="20"/>
          <p:cNvSpPr txBox="true"/>
          <p:nvPr/>
        </p:nvSpPr>
        <p:spPr>
          <a:xfrm rot="0">
            <a:off x="4951178" y="3544338"/>
            <a:ext cx="3581870" cy="308192"/>
          </a:xfrm>
          <a:prstGeom prst="rect">
            <a:avLst/>
          </a:prstGeom>
        </p:spPr>
        <p:txBody>
          <a:bodyPr anchor="t" rtlCol="false" tIns="0" lIns="0" bIns="0" rIns="0">
            <a:spAutoFit/>
          </a:bodyPr>
          <a:lstStyle/>
          <a:p>
            <a:pPr algn="ctr">
              <a:lnSpc>
                <a:spcPts val="2328"/>
              </a:lnSpc>
            </a:pPr>
            <a:r>
              <a:rPr lang="en-US" b="true" sz="2400">
                <a:solidFill>
                  <a:srgbClr val="003060"/>
                </a:solidFill>
                <a:latin typeface="Garet Bold"/>
                <a:ea typeface="Garet Bold"/>
                <a:cs typeface="Garet Bold"/>
                <a:sym typeface="Garet Bold"/>
              </a:rPr>
              <a:t>SECONDARY COLOR</a:t>
            </a:r>
          </a:p>
        </p:txBody>
      </p:sp>
      <p:grpSp>
        <p:nvGrpSpPr>
          <p:cNvPr name="Group 21" id="21"/>
          <p:cNvGrpSpPr/>
          <p:nvPr/>
        </p:nvGrpSpPr>
        <p:grpSpPr>
          <a:xfrm rot="0">
            <a:off x="11467603" y="2188712"/>
            <a:ext cx="1072945" cy="107294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0000"/>
              </a:solidFill>
              <a:prstDash val="solid"/>
              <a:miter/>
            </a:ln>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24" id="24"/>
          <p:cNvSpPr txBox="true"/>
          <p:nvPr/>
        </p:nvSpPr>
        <p:spPr>
          <a:xfrm rot="0">
            <a:off x="12540548" y="2366618"/>
            <a:ext cx="1916298" cy="783808"/>
          </a:xfrm>
          <a:prstGeom prst="rect">
            <a:avLst/>
          </a:prstGeom>
        </p:spPr>
        <p:txBody>
          <a:bodyPr anchor="t" rtlCol="false" tIns="0" lIns="0" bIns="0" rIns="0">
            <a:spAutoFit/>
          </a:bodyPr>
          <a:lstStyle/>
          <a:p>
            <a:pPr algn="ctr">
              <a:lnSpc>
                <a:spcPts val="3013"/>
              </a:lnSpc>
            </a:pPr>
            <a:r>
              <a:rPr lang="en-US" b="true" sz="3107">
                <a:solidFill>
                  <a:srgbClr val="000000"/>
                </a:solidFill>
                <a:latin typeface="Garet Bold"/>
                <a:ea typeface="Garet Bold"/>
                <a:cs typeface="Garet Bold"/>
                <a:sym typeface="Garet Bold"/>
              </a:rPr>
              <a:t>#FFFFFF</a:t>
            </a:r>
          </a:p>
          <a:p>
            <a:pPr algn="ctr">
              <a:lnSpc>
                <a:spcPts val="3013"/>
              </a:lnSpc>
            </a:pPr>
            <a:r>
              <a:rPr lang="en-US" b="true" sz="3107">
                <a:solidFill>
                  <a:srgbClr val="000000"/>
                </a:solidFill>
                <a:latin typeface="Garet Bold"/>
                <a:ea typeface="Garet Bold"/>
                <a:cs typeface="Garet Bold"/>
                <a:sym typeface="Garet Bold"/>
              </a:rPr>
              <a:t>PUTIH</a:t>
            </a:r>
          </a:p>
        </p:txBody>
      </p:sp>
      <p:sp>
        <p:nvSpPr>
          <p:cNvPr name="TextBox 25" id="25"/>
          <p:cNvSpPr txBox="true"/>
          <p:nvPr/>
        </p:nvSpPr>
        <p:spPr>
          <a:xfrm rot="0">
            <a:off x="11411651" y="3433107"/>
            <a:ext cx="3581870" cy="308192"/>
          </a:xfrm>
          <a:prstGeom prst="rect">
            <a:avLst/>
          </a:prstGeom>
        </p:spPr>
        <p:txBody>
          <a:bodyPr anchor="t" rtlCol="false" tIns="0" lIns="0" bIns="0" rIns="0">
            <a:spAutoFit/>
          </a:bodyPr>
          <a:lstStyle/>
          <a:p>
            <a:pPr algn="ctr">
              <a:lnSpc>
                <a:spcPts val="2328"/>
              </a:lnSpc>
            </a:pPr>
            <a:r>
              <a:rPr lang="en-US" b="true" sz="2400">
                <a:solidFill>
                  <a:srgbClr val="003060"/>
                </a:solidFill>
                <a:latin typeface="Garet Bold"/>
                <a:ea typeface="Garet Bold"/>
                <a:cs typeface="Garet Bold"/>
                <a:sym typeface="Garet Bold"/>
              </a:rPr>
              <a:t>BACKGROUND COLOR</a:t>
            </a:r>
          </a:p>
        </p:txBody>
      </p:sp>
      <p:sp>
        <p:nvSpPr>
          <p:cNvPr name="Freeform 26" id="26"/>
          <p:cNvSpPr/>
          <p:nvPr/>
        </p:nvSpPr>
        <p:spPr>
          <a:xfrm flipH="false" flipV="false" rot="0">
            <a:off x="289013" y="329923"/>
            <a:ext cx="3150806" cy="1101289"/>
          </a:xfrm>
          <a:custGeom>
            <a:avLst/>
            <a:gdLst/>
            <a:ahLst/>
            <a:cxnLst/>
            <a:rect r="r" b="b" t="t" l="l"/>
            <a:pathLst>
              <a:path h="1101289" w="3150806">
                <a:moveTo>
                  <a:pt x="0" y="0"/>
                </a:moveTo>
                <a:lnTo>
                  <a:pt x="3150806" y="0"/>
                </a:lnTo>
                <a:lnTo>
                  <a:pt x="3150806" y="1101289"/>
                </a:lnTo>
                <a:lnTo>
                  <a:pt x="0" y="1101289"/>
                </a:lnTo>
                <a:lnTo>
                  <a:pt x="0" y="0"/>
                </a:lnTo>
                <a:close/>
              </a:path>
            </a:pathLst>
          </a:custGeom>
          <a:blipFill>
            <a:blip r:embed="rId7"/>
            <a:stretch>
              <a:fillRect l="0" t="0" r="0" b="0"/>
            </a:stretch>
          </a:blipFill>
        </p:spPr>
      </p:sp>
      <p:sp>
        <p:nvSpPr>
          <p:cNvPr name="TextBox 27" id="27"/>
          <p:cNvSpPr txBox="true"/>
          <p:nvPr/>
        </p:nvSpPr>
        <p:spPr>
          <a:xfrm rot="0">
            <a:off x="8772028" y="3814430"/>
            <a:ext cx="9226244" cy="656589"/>
          </a:xfrm>
          <a:prstGeom prst="rect">
            <a:avLst/>
          </a:prstGeom>
        </p:spPr>
        <p:txBody>
          <a:bodyPr anchor="t" rtlCol="false" tIns="0" lIns="0" bIns="0" rIns="0">
            <a:spAutoFit/>
          </a:bodyPr>
          <a:lstStyle/>
          <a:p>
            <a:pPr algn="ctr">
              <a:lnSpc>
                <a:spcPts val="2660"/>
              </a:lnSpc>
            </a:pPr>
            <a:r>
              <a:rPr lang="en-US" sz="1900">
                <a:solidFill>
                  <a:srgbClr val="000000"/>
                </a:solidFill>
                <a:latin typeface="Open Sans"/>
                <a:ea typeface="Open Sans"/>
                <a:cs typeface="Open Sans"/>
                <a:sym typeface="Open Sans"/>
              </a:rPr>
              <a:t>Warna putih secara psikologis memberi kesan bersih dan transparan serta bertujuan untuk memberi white space sehingga konten lebih mudah dibaca.</a:t>
            </a:r>
          </a:p>
        </p:txBody>
      </p:sp>
      <p:grpSp>
        <p:nvGrpSpPr>
          <p:cNvPr name="Group 28" id="28"/>
          <p:cNvGrpSpPr/>
          <p:nvPr/>
        </p:nvGrpSpPr>
        <p:grpSpPr>
          <a:xfrm rot="0">
            <a:off x="-164488" y="5299694"/>
            <a:ext cx="18452488" cy="1547250"/>
            <a:chOff x="0" y="0"/>
            <a:chExt cx="4859914" cy="407506"/>
          </a:xfrm>
        </p:grpSpPr>
        <p:sp>
          <p:nvSpPr>
            <p:cNvPr name="Freeform 29" id="29"/>
            <p:cNvSpPr/>
            <p:nvPr/>
          </p:nvSpPr>
          <p:spPr>
            <a:xfrm flipH="false" flipV="false" rot="0">
              <a:off x="0" y="0"/>
              <a:ext cx="4859915" cy="407506"/>
            </a:xfrm>
            <a:custGeom>
              <a:avLst/>
              <a:gdLst/>
              <a:ahLst/>
              <a:cxnLst/>
              <a:rect r="r" b="b" t="t" l="l"/>
              <a:pathLst>
                <a:path h="407506" w="4859915">
                  <a:moveTo>
                    <a:pt x="0" y="0"/>
                  </a:moveTo>
                  <a:lnTo>
                    <a:pt x="4859915" y="0"/>
                  </a:lnTo>
                  <a:lnTo>
                    <a:pt x="4859915" y="407506"/>
                  </a:lnTo>
                  <a:lnTo>
                    <a:pt x="0" y="407506"/>
                  </a:lnTo>
                  <a:close/>
                </a:path>
              </a:pathLst>
            </a:custGeom>
            <a:gradFill rotWithShape="true">
              <a:gsLst>
                <a:gs pos="0">
                  <a:srgbClr val="003060">
                    <a:alpha val="100000"/>
                  </a:srgbClr>
                </a:gs>
                <a:gs pos="100000">
                  <a:srgbClr val="003060">
                    <a:alpha val="0"/>
                  </a:srgbClr>
                </a:gs>
              </a:gsLst>
              <a:lin ang="5400000"/>
            </a:gradFill>
          </p:spPr>
        </p:sp>
        <p:sp>
          <p:nvSpPr>
            <p:cNvPr name="TextBox 30" id="30"/>
            <p:cNvSpPr txBox="true"/>
            <p:nvPr/>
          </p:nvSpPr>
          <p:spPr>
            <a:xfrm>
              <a:off x="0" y="-57150"/>
              <a:ext cx="4859914" cy="464656"/>
            </a:xfrm>
            <a:prstGeom prst="rect">
              <a:avLst/>
            </a:prstGeom>
          </p:spPr>
          <p:txBody>
            <a:bodyPr anchor="ctr" rtlCol="false" tIns="50800" lIns="50800" bIns="50800" rIns="50800"/>
            <a:lstStyle/>
            <a:p>
              <a:pPr algn="ctr">
                <a:lnSpc>
                  <a:spcPts val="3500"/>
                </a:lnSpc>
              </a:pPr>
            </a:p>
          </p:txBody>
        </p:sp>
      </p:grpSp>
      <p:grpSp>
        <p:nvGrpSpPr>
          <p:cNvPr name="Group 31" id="31"/>
          <p:cNvGrpSpPr/>
          <p:nvPr/>
        </p:nvGrpSpPr>
        <p:grpSpPr>
          <a:xfrm rot="0">
            <a:off x="946456" y="5633215"/>
            <a:ext cx="1072945" cy="1072945"/>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041"/>
            </a:solidFill>
            <a:ln w="38100" cap="sq">
              <a:solidFill>
                <a:srgbClr val="000000"/>
              </a:solidFill>
              <a:prstDash val="solid"/>
              <a:miter/>
            </a:ln>
          </p:spPr>
        </p:sp>
        <p:sp>
          <p:nvSpPr>
            <p:cNvPr name="TextBox 33" id="33"/>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34" id="34"/>
          <p:cNvSpPr txBox="true"/>
          <p:nvPr/>
        </p:nvSpPr>
        <p:spPr>
          <a:xfrm rot="0">
            <a:off x="546937" y="6904094"/>
            <a:ext cx="3581870" cy="308192"/>
          </a:xfrm>
          <a:prstGeom prst="rect">
            <a:avLst/>
          </a:prstGeom>
        </p:spPr>
        <p:txBody>
          <a:bodyPr anchor="t" rtlCol="false" tIns="0" lIns="0" bIns="0" rIns="0">
            <a:spAutoFit/>
          </a:bodyPr>
          <a:lstStyle/>
          <a:p>
            <a:pPr algn="ctr">
              <a:lnSpc>
                <a:spcPts val="2328"/>
              </a:lnSpc>
            </a:pPr>
            <a:r>
              <a:rPr lang="en-US" b="true" sz="2400">
                <a:solidFill>
                  <a:srgbClr val="003060"/>
                </a:solidFill>
                <a:latin typeface="Garet Bold"/>
                <a:ea typeface="Garet Bold"/>
                <a:cs typeface="Garet Bold"/>
                <a:sym typeface="Garet Bold"/>
              </a:rPr>
              <a:t>TEXT PRIMER COLOR</a:t>
            </a:r>
          </a:p>
        </p:txBody>
      </p:sp>
      <p:sp>
        <p:nvSpPr>
          <p:cNvPr name="TextBox 35" id="35"/>
          <p:cNvSpPr txBox="true"/>
          <p:nvPr/>
        </p:nvSpPr>
        <p:spPr>
          <a:xfrm rot="0">
            <a:off x="546937" y="7335533"/>
            <a:ext cx="7986112" cy="989964"/>
          </a:xfrm>
          <a:prstGeom prst="rect">
            <a:avLst/>
          </a:prstGeom>
        </p:spPr>
        <p:txBody>
          <a:bodyPr anchor="t" rtlCol="false" tIns="0" lIns="0" bIns="0" rIns="0">
            <a:spAutoFit/>
          </a:bodyPr>
          <a:lstStyle/>
          <a:p>
            <a:pPr algn="ctr">
              <a:lnSpc>
                <a:spcPts val="2660"/>
              </a:lnSpc>
            </a:pPr>
            <a:r>
              <a:rPr lang="en-US" sz="1900">
                <a:solidFill>
                  <a:srgbClr val="000000"/>
                </a:solidFill>
                <a:latin typeface="Open Sans"/>
                <a:ea typeface="Open Sans"/>
                <a:cs typeface="Open Sans"/>
                <a:sym typeface="Open Sans"/>
              </a:rPr>
              <a:t>Warna dark navy memberi kesan profesionalisme dan kredibilitas &amp; warna hitam pada isi menunjukkan ketegasan dan otoritas serta untuk memastikan konten dapat terbaca dengan baik.</a:t>
            </a:r>
          </a:p>
        </p:txBody>
      </p:sp>
      <p:sp>
        <p:nvSpPr>
          <p:cNvPr name="TextBox 36" id="36"/>
          <p:cNvSpPr txBox="true"/>
          <p:nvPr/>
        </p:nvSpPr>
        <p:spPr>
          <a:xfrm rot="0">
            <a:off x="2119891" y="5864886"/>
            <a:ext cx="2472041" cy="783808"/>
          </a:xfrm>
          <a:prstGeom prst="rect">
            <a:avLst/>
          </a:prstGeom>
        </p:spPr>
        <p:txBody>
          <a:bodyPr anchor="t" rtlCol="false" tIns="0" lIns="0" bIns="0" rIns="0">
            <a:spAutoFit/>
          </a:bodyPr>
          <a:lstStyle/>
          <a:p>
            <a:pPr algn="ctr">
              <a:lnSpc>
                <a:spcPts val="3013"/>
              </a:lnSpc>
            </a:pPr>
            <a:r>
              <a:rPr lang="en-US" b="true" sz="3107">
                <a:solidFill>
                  <a:srgbClr val="000000"/>
                </a:solidFill>
                <a:latin typeface="Garet Bold"/>
                <a:ea typeface="Garet Bold"/>
                <a:cs typeface="Garet Bold"/>
                <a:sym typeface="Garet Bold"/>
              </a:rPr>
              <a:t>#273041</a:t>
            </a:r>
          </a:p>
          <a:p>
            <a:pPr algn="ctr">
              <a:lnSpc>
                <a:spcPts val="3013"/>
              </a:lnSpc>
            </a:pPr>
            <a:r>
              <a:rPr lang="en-US" b="true" sz="3107">
                <a:solidFill>
                  <a:srgbClr val="000000"/>
                </a:solidFill>
                <a:latin typeface="Garet Bold"/>
                <a:ea typeface="Garet Bold"/>
                <a:cs typeface="Garet Bold"/>
                <a:sym typeface="Garet Bold"/>
              </a:rPr>
              <a:t>DARK NAVY</a:t>
            </a:r>
          </a:p>
        </p:txBody>
      </p:sp>
      <p:grpSp>
        <p:nvGrpSpPr>
          <p:cNvPr name="Group 37" id="37"/>
          <p:cNvGrpSpPr/>
          <p:nvPr/>
        </p:nvGrpSpPr>
        <p:grpSpPr>
          <a:xfrm rot="0">
            <a:off x="4696706" y="5686981"/>
            <a:ext cx="1072945" cy="1072945"/>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000000"/>
              </a:solidFill>
              <a:prstDash val="solid"/>
              <a:miter/>
            </a:ln>
          </p:spPr>
        </p:sp>
        <p:sp>
          <p:nvSpPr>
            <p:cNvPr name="TextBox 39" id="39"/>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40" id="40"/>
          <p:cNvSpPr txBox="true"/>
          <p:nvPr/>
        </p:nvSpPr>
        <p:spPr>
          <a:xfrm rot="0">
            <a:off x="5874426" y="5864886"/>
            <a:ext cx="2379583" cy="783808"/>
          </a:xfrm>
          <a:prstGeom prst="rect">
            <a:avLst/>
          </a:prstGeom>
        </p:spPr>
        <p:txBody>
          <a:bodyPr anchor="t" rtlCol="false" tIns="0" lIns="0" bIns="0" rIns="0">
            <a:spAutoFit/>
          </a:bodyPr>
          <a:lstStyle/>
          <a:p>
            <a:pPr algn="ctr">
              <a:lnSpc>
                <a:spcPts val="3013"/>
              </a:lnSpc>
            </a:pPr>
            <a:r>
              <a:rPr lang="en-US" b="true" sz="3107">
                <a:solidFill>
                  <a:srgbClr val="000000"/>
                </a:solidFill>
                <a:latin typeface="Garet Bold"/>
                <a:ea typeface="Garet Bold"/>
                <a:cs typeface="Garet Bold"/>
                <a:sym typeface="Garet Bold"/>
              </a:rPr>
              <a:t>#000000</a:t>
            </a:r>
          </a:p>
          <a:p>
            <a:pPr algn="ctr">
              <a:lnSpc>
                <a:spcPts val="3013"/>
              </a:lnSpc>
            </a:pPr>
            <a:r>
              <a:rPr lang="en-US" b="true" sz="3107">
                <a:solidFill>
                  <a:srgbClr val="000000"/>
                </a:solidFill>
                <a:latin typeface="Garet Bold"/>
                <a:ea typeface="Garet Bold"/>
                <a:cs typeface="Garet Bold"/>
                <a:sym typeface="Garet Bold"/>
              </a:rPr>
              <a:t>HITAM</a:t>
            </a:r>
          </a:p>
        </p:txBody>
      </p:sp>
      <p:sp>
        <p:nvSpPr>
          <p:cNvPr name="TextBox 41" id="41"/>
          <p:cNvSpPr txBox="true"/>
          <p:nvPr/>
        </p:nvSpPr>
        <p:spPr>
          <a:xfrm rot="0">
            <a:off x="4539992" y="6904094"/>
            <a:ext cx="4110578" cy="308192"/>
          </a:xfrm>
          <a:prstGeom prst="rect">
            <a:avLst/>
          </a:prstGeom>
        </p:spPr>
        <p:txBody>
          <a:bodyPr anchor="t" rtlCol="false" tIns="0" lIns="0" bIns="0" rIns="0">
            <a:spAutoFit/>
          </a:bodyPr>
          <a:lstStyle/>
          <a:p>
            <a:pPr algn="ctr">
              <a:lnSpc>
                <a:spcPts val="2328"/>
              </a:lnSpc>
            </a:pPr>
            <a:r>
              <a:rPr lang="en-US" b="true" sz="2400">
                <a:solidFill>
                  <a:srgbClr val="003060"/>
                </a:solidFill>
                <a:latin typeface="Garet Bold"/>
                <a:ea typeface="Garet Bold"/>
                <a:cs typeface="Garet Bold"/>
                <a:sym typeface="Garet Bold"/>
              </a:rPr>
              <a:t>TEXT SECONDARY COLOR</a:t>
            </a:r>
          </a:p>
        </p:txBody>
      </p:sp>
      <p:sp>
        <p:nvSpPr>
          <p:cNvPr name="AutoShape 42" id="42"/>
          <p:cNvSpPr/>
          <p:nvPr/>
        </p:nvSpPr>
        <p:spPr>
          <a:xfrm flipV="true">
            <a:off x="8772028" y="5348402"/>
            <a:ext cx="0" cy="3136273"/>
          </a:xfrm>
          <a:prstGeom prst="line">
            <a:avLst/>
          </a:prstGeom>
          <a:ln cap="flat" w="38100">
            <a:gradFill>
              <a:gsLst>
                <a:gs pos="0">
                  <a:srgbClr val="003060">
                    <a:alpha val="100000"/>
                  </a:srgbClr>
                </a:gs>
                <a:gs pos="100000">
                  <a:srgbClr val="003060">
                    <a:alpha val="0"/>
                  </a:srgbClr>
                </a:gs>
              </a:gsLst>
              <a:lin ang="5400000"/>
            </a:gradFill>
            <a:prstDash val="solid"/>
            <a:headEnd type="none" len="sm" w="sm"/>
            <a:tailEnd type="none" len="sm" w="sm"/>
          </a:ln>
        </p:spPr>
      </p:sp>
      <p:grpSp>
        <p:nvGrpSpPr>
          <p:cNvPr name="Group 43" id="43"/>
          <p:cNvGrpSpPr/>
          <p:nvPr/>
        </p:nvGrpSpPr>
        <p:grpSpPr>
          <a:xfrm rot="0">
            <a:off x="10068692" y="5524084"/>
            <a:ext cx="1072945" cy="1072945"/>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55F7"/>
            </a:solidFill>
            <a:ln w="38100" cap="sq">
              <a:solidFill>
                <a:srgbClr val="000000"/>
              </a:solidFill>
              <a:prstDash val="solid"/>
              <a:miter/>
            </a:ln>
          </p:spPr>
        </p:sp>
        <p:sp>
          <p:nvSpPr>
            <p:cNvPr name="TextBox 45" id="45"/>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46" id="46"/>
          <p:cNvSpPr txBox="true"/>
          <p:nvPr/>
        </p:nvSpPr>
        <p:spPr>
          <a:xfrm rot="0">
            <a:off x="11141637" y="5701990"/>
            <a:ext cx="1916298" cy="783808"/>
          </a:xfrm>
          <a:prstGeom prst="rect">
            <a:avLst/>
          </a:prstGeom>
        </p:spPr>
        <p:txBody>
          <a:bodyPr anchor="t" rtlCol="false" tIns="0" lIns="0" bIns="0" rIns="0">
            <a:spAutoFit/>
          </a:bodyPr>
          <a:lstStyle/>
          <a:p>
            <a:pPr algn="ctr">
              <a:lnSpc>
                <a:spcPts val="3013"/>
              </a:lnSpc>
            </a:pPr>
            <a:r>
              <a:rPr lang="en-US" b="true" sz="3107">
                <a:solidFill>
                  <a:srgbClr val="000000"/>
                </a:solidFill>
                <a:latin typeface="Garet Bold"/>
                <a:ea typeface="Garet Bold"/>
                <a:cs typeface="Garet Bold"/>
                <a:sym typeface="Garet Bold"/>
              </a:rPr>
              <a:t>#A855F7</a:t>
            </a:r>
          </a:p>
          <a:p>
            <a:pPr algn="ctr">
              <a:lnSpc>
                <a:spcPts val="3013"/>
              </a:lnSpc>
            </a:pPr>
            <a:r>
              <a:rPr lang="en-US" b="true" sz="3107">
                <a:solidFill>
                  <a:srgbClr val="000000"/>
                </a:solidFill>
                <a:latin typeface="Garet Bold"/>
                <a:ea typeface="Garet Bold"/>
                <a:cs typeface="Garet Bold"/>
                <a:sym typeface="Garet Bold"/>
              </a:rPr>
              <a:t>UNGU</a:t>
            </a:r>
          </a:p>
        </p:txBody>
      </p:sp>
      <p:sp>
        <p:nvSpPr>
          <p:cNvPr name="TextBox 47" id="47"/>
          <p:cNvSpPr txBox="true"/>
          <p:nvPr/>
        </p:nvSpPr>
        <p:spPr>
          <a:xfrm rot="0">
            <a:off x="11772403" y="6739904"/>
            <a:ext cx="3581870" cy="308192"/>
          </a:xfrm>
          <a:prstGeom prst="rect">
            <a:avLst/>
          </a:prstGeom>
        </p:spPr>
        <p:txBody>
          <a:bodyPr anchor="t" rtlCol="false" tIns="0" lIns="0" bIns="0" rIns="0">
            <a:spAutoFit/>
          </a:bodyPr>
          <a:lstStyle/>
          <a:p>
            <a:pPr algn="ctr">
              <a:lnSpc>
                <a:spcPts val="2328"/>
              </a:lnSpc>
            </a:pPr>
            <a:r>
              <a:rPr lang="en-US" b="true" sz="2400">
                <a:solidFill>
                  <a:srgbClr val="003060"/>
                </a:solidFill>
                <a:latin typeface="Garet Bold"/>
                <a:ea typeface="Garet Bold"/>
                <a:cs typeface="Garet Bold"/>
                <a:sym typeface="Garet Bold"/>
              </a:rPr>
              <a:t>SECTION COLOR</a:t>
            </a:r>
          </a:p>
        </p:txBody>
      </p:sp>
      <p:grpSp>
        <p:nvGrpSpPr>
          <p:cNvPr name="Group 48" id="48"/>
          <p:cNvGrpSpPr/>
          <p:nvPr/>
        </p:nvGrpSpPr>
        <p:grpSpPr>
          <a:xfrm rot="0">
            <a:off x="13377848" y="5524084"/>
            <a:ext cx="1072945" cy="1072945"/>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0A5FA"/>
            </a:solidFill>
            <a:ln w="38100" cap="sq">
              <a:solidFill>
                <a:srgbClr val="000000"/>
              </a:solidFill>
              <a:prstDash val="solid"/>
              <a:miter/>
            </a:ln>
          </p:spPr>
        </p:sp>
        <p:sp>
          <p:nvSpPr>
            <p:cNvPr name="TextBox 50" id="50"/>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51" id="51"/>
          <p:cNvSpPr txBox="true"/>
          <p:nvPr/>
        </p:nvSpPr>
        <p:spPr>
          <a:xfrm rot="0">
            <a:off x="8772028" y="7295746"/>
            <a:ext cx="9226244" cy="656589"/>
          </a:xfrm>
          <a:prstGeom prst="rect">
            <a:avLst/>
          </a:prstGeom>
        </p:spPr>
        <p:txBody>
          <a:bodyPr anchor="t" rtlCol="false" tIns="0" lIns="0" bIns="0" rIns="0">
            <a:spAutoFit/>
          </a:bodyPr>
          <a:lstStyle/>
          <a:p>
            <a:pPr algn="ctr">
              <a:lnSpc>
                <a:spcPts val="2660"/>
              </a:lnSpc>
            </a:pPr>
            <a:r>
              <a:rPr lang="en-US" sz="1900">
                <a:solidFill>
                  <a:srgbClr val="000000"/>
                </a:solidFill>
                <a:latin typeface="Open Sans"/>
                <a:ea typeface="Open Sans"/>
                <a:cs typeface="Open Sans"/>
                <a:sym typeface="Open Sans"/>
              </a:rPr>
              <a:t>Warna ungu dan biru muda pada section bertujuan untuk membantu pengguna membedakan layanan dengan cepat dan membuat tampilan agar tidak monoton.</a:t>
            </a:r>
          </a:p>
        </p:txBody>
      </p:sp>
      <p:sp>
        <p:nvSpPr>
          <p:cNvPr name="TextBox 52" id="52"/>
          <p:cNvSpPr txBox="true"/>
          <p:nvPr/>
        </p:nvSpPr>
        <p:spPr>
          <a:xfrm rot="0">
            <a:off x="14555568" y="5699890"/>
            <a:ext cx="2379583" cy="783808"/>
          </a:xfrm>
          <a:prstGeom prst="rect">
            <a:avLst/>
          </a:prstGeom>
        </p:spPr>
        <p:txBody>
          <a:bodyPr anchor="t" rtlCol="false" tIns="0" lIns="0" bIns="0" rIns="0">
            <a:spAutoFit/>
          </a:bodyPr>
          <a:lstStyle/>
          <a:p>
            <a:pPr algn="ctr">
              <a:lnSpc>
                <a:spcPts val="3013"/>
              </a:lnSpc>
            </a:pPr>
            <a:r>
              <a:rPr lang="en-US" b="true" sz="3107">
                <a:solidFill>
                  <a:srgbClr val="000000"/>
                </a:solidFill>
                <a:latin typeface="Garet Bold"/>
                <a:ea typeface="Garet Bold"/>
                <a:cs typeface="Garet Bold"/>
                <a:sym typeface="Garet Bold"/>
              </a:rPr>
              <a:t>#60A5FA</a:t>
            </a:r>
          </a:p>
          <a:p>
            <a:pPr algn="ctr">
              <a:lnSpc>
                <a:spcPts val="3013"/>
              </a:lnSpc>
            </a:pPr>
            <a:r>
              <a:rPr lang="en-US" b="true" sz="3107">
                <a:solidFill>
                  <a:srgbClr val="000000"/>
                </a:solidFill>
                <a:latin typeface="Garet Bold"/>
                <a:ea typeface="Garet Bold"/>
                <a:cs typeface="Garet Bold"/>
                <a:sym typeface="Garet Bold"/>
              </a:rPr>
              <a:t>BIRU MUDA</a:t>
            </a:r>
          </a:p>
        </p:txBody>
      </p:sp>
      <p:grpSp>
        <p:nvGrpSpPr>
          <p:cNvPr name="Group 53" id="53"/>
          <p:cNvGrpSpPr/>
          <p:nvPr/>
        </p:nvGrpSpPr>
        <p:grpSpPr>
          <a:xfrm rot="0">
            <a:off x="-164488" y="9094275"/>
            <a:ext cx="18452488" cy="1547250"/>
            <a:chOff x="0" y="0"/>
            <a:chExt cx="4859914" cy="407506"/>
          </a:xfrm>
        </p:grpSpPr>
        <p:sp>
          <p:nvSpPr>
            <p:cNvPr name="Freeform 54" id="54"/>
            <p:cNvSpPr/>
            <p:nvPr/>
          </p:nvSpPr>
          <p:spPr>
            <a:xfrm flipH="false" flipV="false" rot="0">
              <a:off x="0" y="0"/>
              <a:ext cx="4859915" cy="407506"/>
            </a:xfrm>
            <a:custGeom>
              <a:avLst/>
              <a:gdLst/>
              <a:ahLst/>
              <a:cxnLst/>
              <a:rect r="r" b="b" t="t" l="l"/>
              <a:pathLst>
                <a:path h="407506" w="4859915">
                  <a:moveTo>
                    <a:pt x="0" y="0"/>
                  </a:moveTo>
                  <a:lnTo>
                    <a:pt x="4859915" y="0"/>
                  </a:lnTo>
                  <a:lnTo>
                    <a:pt x="4859915" y="407506"/>
                  </a:lnTo>
                  <a:lnTo>
                    <a:pt x="0" y="407506"/>
                  </a:lnTo>
                  <a:close/>
                </a:path>
              </a:pathLst>
            </a:custGeom>
            <a:gradFill rotWithShape="true">
              <a:gsLst>
                <a:gs pos="0">
                  <a:srgbClr val="003060">
                    <a:alpha val="0"/>
                  </a:srgbClr>
                </a:gs>
                <a:gs pos="100000">
                  <a:srgbClr val="003060">
                    <a:alpha val="100000"/>
                  </a:srgbClr>
                </a:gs>
              </a:gsLst>
              <a:lin ang="5400000"/>
            </a:gradFill>
          </p:spPr>
        </p:sp>
        <p:sp>
          <p:nvSpPr>
            <p:cNvPr name="TextBox 55" id="55"/>
            <p:cNvSpPr txBox="true"/>
            <p:nvPr/>
          </p:nvSpPr>
          <p:spPr>
            <a:xfrm>
              <a:off x="0" y="-57150"/>
              <a:ext cx="4859914" cy="464656"/>
            </a:xfrm>
            <a:prstGeom prst="rect">
              <a:avLst/>
            </a:prstGeom>
          </p:spPr>
          <p:txBody>
            <a:bodyPr anchor="ctr" rtlCol="false" tIns="50800" lIns="50800" bIns="50800" rIns="50800"/>
            <a:lstStyle/>
            <a:p>
              <a:pPr algn="ctr">
                <a:lnSpc>
                  <a:spcPts val="3500"/>
                </a:lnSpc>
              </a:pPr>
            </a:p>
          </p:txBody>
        </p:sp>
      </p:grpSp>
      <p:sp>
        <p:nvSpPr>
          <p:cNvPr name="TextBox 56" id="56"/>
          <p:cNvSpPr txBox="true"/>
          <p:nvPr/>
        </p:nvSpPr>
        <p:spPr>
          <a:xfrm rot="0">
            <a:off x="411199" y="8992248"/>
            <a:ext cx="3581870" cy="336767"/>
          </a:xfrm>
          <a:prstGeom prst="rect">
            <a:avLst/>
          </a:prstGeom>
        </p:spPr>
        <p:txBody>
          <a:bodyPr anchor="t" rtlCol="false" tIns="0" lIns="0" bIns="0" rIns="0">
            <a:spAutoFit/>
          </a:bodyPr>
          <a:lstStyle/>
          <a:p>
            <a:pPr algn="l">
              <a:lnSpc>
                <a:spcPts val="2328"/>
              </a:lnSpc>
            </a:pPr>
            <a:r>
              <a:rPr lang="en-US" sz="2400" b="true">
                <a:solidFill>
                  <a:srgbClr val="003060"/>
                </a:solidFill>
                <a:latin typeface="Poppins Bold"/>
                <a:ea typeface="Poppins Bold"/>
                <a:cs typeface="Poppins Bold"/>
                <a:sym typeface="Poppins Bold"/>
              </a:rPr>
              <a:t>POPPINS</a:t>
            </a:r>
          </a:p>
        </p:txBody>
      </p:sp>
      <p:sp>
        <p:nvSpPr>
          <p:cNvPr name="TextBox 57" id="57"/>
          <p:cNvSpPr txBox="true"/>
          <p:nvPr/>
        </p:nvSpPr>
        <p:spPr>
          <a:xfrm rot="0">
            <a:off x="8958678" y="9011298"/>
            <a:ext cx="3581870" cy="317717"/>
          </a:xfrm>
          <a:prstGeom prst="rect">
            <a:avLst/>
          </a:prstGeom>
        </p:spPr>
        <p:txBody>
          <a:bodyPr anchor="t" rtlCol="false" tIns="0" lIns="0" bIns="0" rIns="0">
            <a:spAutoFit/>
          </a:bodyPr>
          <a:lstStyle/>
          <a:p>
            <a:pPr algn="l">
              <a:lnSpc>
                <a:spcPts val="2328"/>
              </a:lnSpc>
            </a:pPr>
            <a:r>
              <a:rPr lang="en-US" sz="2400" b="true">
                <a:solidFill>
                  <a:srgbClr val="003060"/>
                </a:solidFill>
                <a:latin typeface="Aileron Bold"/>
                <a:ea typeface="Aileron Bold"/>
                <a:cs typeface="Aileron Bold"/>
                <a:sym typeface="Aileron Bold"/>
              </a:rPr>
              <a:t>AILERON</a:t>
            </a:r>
          </a:p>
        </p:txBody>
      </p:sp>
      <p:sp>
        <p:nvSpPr>
          <p:cNvPr name="TextBox 58" id="58"/>
          <p:cNvSpPr txBox="true"/>
          <p:nvPr/>
        </p:nvSpPr>
        <p:spPr>
          <a:xfrm rot="0">
            <a:off x="703651" y="8965686"/>
            <a:ext cx="7986112" cy="323214"/>
          </a:xfrm>
          <a:prstGeom prst="rect">
            <a:avLst/>
          </a:prstGeom>
        </p:spPr>
        <p:txBody>
          <a:bodyPr anchor="t" rtlCol="false" tIns="0" lIns="0" bIns="0" rIns="0">
            <a:spAutoFit/>
          </a:bodyPr>
          <a:lstStyle/>
          <a:p>
            <a:pPr algn="ctr">
              <a:lnSpc>
                <a:spcPts val="2660"/>
              </a:lnSpc>
            </a:pPr>
            <a:r>
              <a:rPr lang="en-US" sz="1900">
                <a:solidFill>
                  <a:srgbClr val="000000"/>
                </a:solidFill>
                <a:latin typeface="Open Sans"/>
                <a:ea typeface="Open Sans"/>
                <a:cs typeface="Open Sans"/>
                <a:sym typeface="Open Sans"/>
              </a:rPr>
              <a:t>= Sebagai judul website agar lebih menarik di lihat</a:t>
            </a:r>
          </a:p>
        </p:txBody>
      </p:sp>
      <p:sp>
        <p:nvSpPr>
          <p:cNvPr name="TextBox 59" id="59"/>
          <p:cNvSpPr txBox="true"/>
          <p:nvPr/>
        </p:nvSpPr>
        <p:spPr>
          <a:xfrm rot="0">
            <a:off x="9788887" y="8965686"/>
            <a:ext cx="7986112" cy="323214"/>
          </a:xfrm>
          <a:prstGeom prst="rect">
            <a:avLst/>
          </a:prstGeom>
        </p:spPr>
        <p:txBody>
          <a:bodyPr anchor="t" rtlCol="false" tIns="0" lIns="0" bIns="0" rIns="0">
            <a:spAutoFit/>
          </a:bodyPr>
          <a:lstStyle/>
          <a:p>
            <a:pPr algn="ctr">
              <a:lnSpc>
                <a:spcPts val="2660"/>
              </a:lnSpc>
            </a:pPr>
            <a:r>
              <a:rPr lang="en-US" sz="1900">
                <a:solidFill>
                  <a:srgbClr val="000000"/>
                </a:solidFill>
                <a:latin typeface="Open Sans"/>
                <a:ea typeface="Open Sans"/>
                <a:cs typeface="Open Sans"/>
                <a:sym typeface="Open Sans"/>
              </a:rPr>
              <a:t>= Sebagai isi website agar lebih modern dan mudah di baca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060">
                <a:alpha val="100000"/>
              </a:srgbClr>
            </a:gs>
            <a:gs pos="100000">
              <a:srgbClr val="003060">
                <a:alpha val="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true" flipV="false" rot="0">
            <a:off x="15126022" y="8453277"/>
            <a:ext cx="1689934" cy="805023"/>
          </a:xfrm>
          <a:custGeom>
            <a:avLst/>
            <a:gdLst/>
            <a:ahLst/>
            <a:cxnLst/>
            <a:rect r="r" b="b" t="t" l="l"/>
            <a:pathLst>
              <a:path h="805023" w="1689934">
                <a:moveTo>
                  <a:pt x="1689933" y="0"/>
                </a:moveTo>
                <a:lnTo>
                  <a:pt x="0" y="0"/>
                </a:lnTo>
                <a:lnTo>
                  <a:pt x="0" y="805023"/>
                </a:lnTo>
                <a:lnTo>
                  <a:pt x="1689933" y="805023"/>
                </a:lnTo>
                <a:lnTo>
                  <a:pt x="168993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0207" y="8855788"/>
            <a:ext cx="3150806" cy="1101289"/>
          </a:xfrm>
          <a:custGeom>
            <a:avLst/>
            <a:gdLst/>
            <a:ahLst/>
            <a:cxnLst/>
            <a:rect r="r" b="b" t="t" l="l"/>
            <a:pathLst>
              <a:path h="1101289" w="3150806">
                <a:moveTo>
                  <a:pt x="0" y="0"/>
                </a:moveTo>
                <a:lnTo>
                  <a:pt x="3150807" y="0"/>
                </a:lnTo>
                <a:lnTo>
                  <a:pt x="3150807" y="1101289"/>
                </a:lnTo>
                <a:lnTo>
                  <a:pt x="0" y="1101289"/>
                </a:lnTo>
                <a:lnTo>
                  <a:pt x="0" y="0"/>
                </a:lnTo>
                <a:close/>
              </a:path>
            </a:pathLst>
          </a:custGeom>
          <a:blipFill>
            <a:blip r:embed="rId4"/>
            <a:stretch>
              <a:fillRect l="0" t="0" r="0" b="0"/>
            </a:stretch>
          </a:blipFill>
        </p:spPr>
      </p:sp>
      <p:sp>
        <p:nvSpPr>
          <p:cNvPr name="Freeform 4" id="4"/>
          <p:cNvSpPr/>
          <p:nvPr/>
        </p:nvSpPr>
        <p:spPr>
          <a:xfrm flipH="false" flipV="false" rot="0">
            <a:off x="2674927" y="1547282"/>
            <a:ext cx="12938146" cy="8409795"/>
          </a:xfrm>
          <a:custGeom>
            <a:avLst/>
            <a:gdLst/>
            <a:ahLst/>
            <a:cxnLst/>
            <a:rect r="r" b="b" t="t" l="l"/>
            <a:pathLst>
              <a:path h="8409795" w="12938146">
                <a:moveTo>
                  <a:pt x="0" y="0"/>
                </a:moveTo>
                <a:lnTo>
                  <a:pt x="12938146" y="0"/>
                </a:lnTo>
                <a:lnTo>
                  <a:pt x="12938146" y="8409795"/>
                </a:lnTo>
                <a:lnTo>
                  <a:pt x="0" y="8409795"/>
                </a:lnTo>
                <a:lnTo>
                  <a:pt x="0" y="0"/>
                </a:lnTo>
                <a:close/>
              </a:path>
            </a:pathLst>
          </a:custGeom>
          <a:blipFill>
            <a:blip r:embed="rId5"/>
            <a:stretch>
              <a:fillRect l="0" t="0" r="0" b="0"/>
            </a:stretch>
          </a:blipFill>
        </p:spPr>
      </p:sp>
      <p:sp>
        <p:nvSpPr>
          <p:cNvPr name="TextBox 5" id="5"/>
          <p:cNvSpPr txBox="true"/>
          <p:nvPr/>
        </p:nvSpPr>
        <p:spPr>
          <a:xfrm rot="0">
            <a:off x="3915287" y="716920"/>
            <a:ext cx="10757625" cy="862425"/>
          </a:xfrm>
          <a:prstGeom prst="rect">
            <a:avLst/>
          </a:prstGeom>
        </p:spPr>
        <p:txBody>
          <a:bodyPr anchor="t" rtlCol="false" tIns="0" lIns="0" bIns="0" rIns="0">
            <a:spAutoFit/>
          </a:bodyPr>
          <a:lstStyle/>
          <a:p>
            <a:pPr algn="ctr">
              <a:lnSpc>
                <a:spcPts val="6499"/>
              </a:lnSpc>
            </a:pPr>
            <a:r>
              <a:rPr lang="en-US" b="true" sz="6700">
                <a:solidFill>
                  <a:srgbClr val="FFFFFF"/>
                </a:solidFill>
                <a:latin typeface="Garet Bold"/>
                <a:ea typeface="Garet Bold"/>
                <a:cs typeface="Garet Bold"/>
                <a:sym typeface="Garet Bold"/>
              </a:rPr>
              <a:t>COLOR PALLETE &amp; FONT</a:t>
            </a:r>
          </a:p>
        </p:txBody>
      </p:sp>
      <p:sp>
        <p:nvSpPr>
          <p:cNvPr name="AutoShape 6" id="6"/>
          <p:cNvSpPr/>
          <p:nvPr/>
        </p:nvSpPr>
        <p:spPr>
          <a:xfrm>
            <a:off x="9800186" y="2361103"/>
            <a:ext cx="1379775" cy="0"/>
          </a:xfrm>
          <a:prstGeom prst="line">
            <a:avLst/>
          </a:prstGeom>
          <a:ln cap="flat" w="38100">
            <a:solidFill>
              <a:srgbClr val="000000"/>
            </a:solidFill>
            <a:prstDash val="solid"/>
            <a:headEnd type="none" len="sm" w="sm"/>
            <a:tailEnd type="arrow" len="sm" w="med"/>
          </a:ln>
        </p:spPr>
      </p:sp>
      <p:sp>
        <p:nvSpPr>
          <p:cNvPr name="AutoShape 7" id="7"/>
          <p:cNvSpPr/>
          <p:nvPr/>
        </p:nvSpPr>
        <p:spPr>
          <a:xfrm flipH="true" flipV="true">
            <a:off x="6261008" y="5416483"/>
            <a:ext cx="918130" cy="717587"/>
          </a:xfrm>
          <a:prstGeom prst="line">
            <a:avLst/>
          </a:prstGeom>
          <a:ln cap="flat" w="38100">
            <a:solidFill>
              <a:srgbClr val="000000"/>
            </a:solidFill>
            <a:prstDash val="solid"/>
            <a:headEnd type="none" len="sm" w="sm"/>
            <a:tailEnd type="arrow" len="sm" w="med"/>
          </a:ln>
        </p:spPr>
      </p:sp>
      <p:sp>
        <p:nvSpPr>
          <p:cNvPr name="AutoShape 8" id="8"/>
          <p:cNvSpPr/>
          <p:nvPr/>
        </p:nvSpPr>
        <p:spPr>
          <a:xfrm flipV="true">
            <a:off x="3003340" y="5416483"/>
            <a:ext cx="1837064" cy="717587"/>
          </a:xfrm>
          <a:prstGeom prst="line">
            <a:avLst/>
          </a:prstGeom>
          <a:ln cap="flat" w="38100">
            <a:solidFill>
              <a:srgbClr val="000000"/>
            </a:solidFill>
            <a:prstDash val="solid"/>
            <a:headEnd type="none" len="sm" w="sm"/>
            <a:tailEnd type="arrow" len="sm" w="med"/>
          </a:ln>
        </p:spPr>
      </p:sp>
      <p:sp>
        <p:nvSpPr>
          <p:cNvPr name="AutoShape 9" id="9"/>
          <p:cNvSpPr/>
          <p:nvPr/>
        </p:nvSpPr>
        <p:spPr>
          <a:xfrm flipH="true" flipV="true">
            <a:off x="5934738" y="2707902"/>
            <a:ext cx="1412558" cy="54284"/>
          </a:xfrm>
          <a:prstGeom prst="line">
            <a:avLst/>
          </a:prstGeom>
          <a:ln cap="flat" w="38100">
            <a:solidFill>
              <a:srgbClr val="000000"/>
            </a:solidFill>
            <a:prstDash val="solid"/>
            <a:headEnd type="none" len="sm" w="sm"/>
            <a:tailEnd type="arrow" len="sm" w="med"/>
          </a:ln>
        </p:spPr>
      </p:sp>
      <p:sp>
        <p:nvSpPr>
          <p:cNvPr name="AutoShape 10" id="10"/>
          <p:cNvSpPr/>
          <p:nvPr/>
        </p:nvSpPr>
        <p:spPr>
          <a:xfrm flipH="true" flipV="true">
            <a:off x="5939024" y="4323033"/>
            <a:ext cx="1388350" cy="320573"/>
          </a:xfrm>
          <a:prstGeom prst="line">
            <a:avLst/>
          </a:prstGeom>
          <a:ln cap="flat" w="38100">
            <a:solidFill>
              <a:srgbClr val="000000"/>
            </a:solidFill>
            <a:prstDash val="solid"/>
            <a:headEnd type="none" len="sm" w="sm"/>
            <a:tailEnd type="arrow" len="sm" w="med"/>
          </a:ln>
        </p:spPr>
      </p:sp>
      <p:sp>
        <p:nvSpPr>
          <p:cNvPr name="AutoShape 11" id="11"/>
          <p:cNvSpPr/>
          <p:nvPr/>
        </p:nvSpPr>
        <p:spPr>
          <a:xfrm flipV="true">
            <a:off x="11542225" y="3499196"/>
            <a:ext cx="1289890" cy="531749"/>
          </a:xfrm>
          <a:prstGeom prst="line">
            <a:avLst/>
          </a:prstGeom>
          <a:ln cap="flat" w="38100">
            <a:solidFill>
              <a:srgbClr val="000000"/>
            </a:solidFill>
            <a:prstDash val="solid"/>
            <a:headEnd type="none" len="sm" w="sm"/>
            <a:tailEnd type="arrow" len="sm" w="med"/>
          </a:ln>
        </p:spPr>
      </p:sp>
      <p:grpSp>
        <p:nvGrpSpPr>
          <p:cNvPr name="Group 12" id="12"/>
          <p:cNvGrpSpPr/>
          <p:nvPr/>
        </p:nvGrpSpPr>
        <p:grpSpPr>
          <a:xfrm rot="0">
            <a:off x="5258758" y="3873608"/>
            <a:ext cx="349899" cy="34989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0A5FA"/>
            </a:solidFill>
            <a:ln w="38100" cap="sq">
              <a:solidFill>
                <a:srgbClr val="000000"/>
              </a:solidFill>
              <a:prstDash val="solid"/>
              <a:miter/>
            </a:ln>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15" id="15"/>
          <p:cNvSpPr txBox="true"/>
          <p:nvPr/>
        </p:nvSpPr>
        <p:spPr>
          <a:xfrm rot="0">
            <a:off x="5642825" y="3928932"/>
            <a:ext cx="776007" cy="258301"/>
          </a:xfrm>
          <a:prstGeom prst="rect">
            <a:avLst/>
          </a:prstGeom>
        </p:spPr>
        <p:txBody>
          <a:bodyPr anchor="t" rtlCol="false" tIns="0" lIns="0" bIns="0" rIns="0">
            <a:spAutoFit/>
          </a:bodyPr>
          <a:lstStyle/>
          <a:p>
            <a:pPr algn="ctr">
              <a:lnSpc>
                <a:spcPts val="982"/>
              </a:lnSpc>
            </a:pPr>
            <a:r>
              <a:rPr lang="en-US" b="true" sz="1013">
                <a:solidFill>
                  <a:srgbClr val="000000"/>
                </a:solidFill>
                <a:latin typeface="Garet Bold"/>
                <a:ea typeface="Garet Bold"/>
                <a:cs typeface="Garet Bold"/>
                <a:sym typeface="Garet Bold"/>
              </a:rPr>
              <a:t>#60A5FA</a:t>
            </a:r>
          </a:p>
          <a:p>
            <a:pPr algn="ctr">
              <a:lnSpc>
                <a:spcPts val="982"/>
              </a:lnSpc>
            </a:pPr>
            <a:r>
              <a:rPr lang="en-US" b="true" sz="1013">
                <a:solidFill>
                  <a:srgbClr val="000000"/>
                </a:solidFill>
                <a:latin typeface="Garet Bold"/>
                <a:ea typeface="Garet Bold"/>
                <a:cs typeface="Garet Bold"/>
                <a:sym typeface="Garet Bold"/>
              </a:rPr>
              <a:t>BIRU MUDA</a:t>
            </a:r>
          </a:p>
        </p:txBody>
      </p:sp>
      <p:grpSp>
        <p:nvGrpSpPr>
          <p:cNvPr name="Group 16" id="16"/>
          <p:cNvGrpSpPr/>
          <p:nvPr/>
        </p:nvGrpSpPr>
        <p:grpSpPr>
          <a:xfrm rot="0">
            <a:off x="5608657" y="4914215"/>
            <a:ext cx="386401" cy="38640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55F7"/>
            </a:solidFill>
            <a:ln w="38100" cap="sq">
              <a:solidFill>
                <a:srgbClr val="000000"/>
              </a:solidFill>
              <a:prstDash val="solid"/>
              <a:miter/>
            </a:ln>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19" id="19"/>
          <p:cNvSpPr txBox="true"/>
          <p:nvPr/>
        </p:nvSpPr>
        <p:spPr>
          <a:xfrm rot="0">
            <a:off x="5995058" y="4982848"/>
            <a:ext cx="690118" cy="277710"/>
          </a:xfrm>
          <a:prstGeom prst="rect">
            <a:avLst/>
          </a:prstGeom>
        </p:spPr>
        <p:txBody>
          <a:bodyPr anchor="t" rtlCol="false" tIns="0" lIns="0" bIns="0" rIns="0">
            <a:spAutoFit/>
          </a:bodyPr>
          <a:lstStyle/>
          <a:p>
            <a:pPr algn="ctr">
              <a:lnSpc>
                <a:spcPts val="1085"/>
              </a:lnSpc>
            </a:pPr>
            <a:r>
              <a:rPr lang="en-US" b="true" sz="1118">
                <a:solidFill>
                  <a:srgbClr val="000000"/>
                </a:solidFill>
                <a:latin typeface="Garet Bold"/>
                <a:ea typeface="Garet Bold"/>
                <a:cs typeface="Garet Bold"/>
                <a:sym typeface="Garet Bold"/>
              </a:rPr>
              <a:t>#A855F7</a:t>
            </a:r>
          </a:p>
          <a:p>
            <a:pPr algn="ctr">
              <a:lnSpc>
                <a:spcPts val="1085"/>
              </a:lnSpc>
            </a:pPr>
            <a:r>
              <a:rPr lang="en-US" b="true" sz="1118">
                <a:solidFill>
                  <a:srgbClr val="000000"/>
                </a:solidFill>
                <a:latin typeface="Garet Bold"/>
                <a:ea typeface="Garet Bold"/>
                <a:cs typeface="Garet Bold"/>
                <a:sym typeface="Garet Bold"/>
              </a:rPr>
              <a:t>UNGU</a:t>
            </a:r>
          </a:p>
        </p:txBody>
      </p:sp>
      <p:grpSp>
        <p:nvGrpSpPr>
          <p:cNvPr name="Group 20" id="20"/>
          <p:cNvGrpSpPr/>
          <p:nvPr/>
        </p:nvGrpSpPr>
        <p:grpSpPr>
          <a:xfrm rot="0">
            <a:off x="4234956" y="4914215"/>
            <a:ext cx="386401" cy="38640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0A5FA"/>
            </a:solidFill>
            <a:ln w="38100" cap="sq">
              <a:solidFill>
                <a:srgbClr val="000000"/>
              </a:solidFill>
              <a:prstDash val="solid"/>
              <a:miter/>
            </a:ln>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23" id="23"/>
          <p:cNvSpPr txBox="true"/>
          <p:nvPr/>
        </p:nvSpPr>
        <p:spPr>
          <a:xfrm rot="0">
            <a:off x="4659089" y="4982092"/>
            <a:ext cx="856961" cy="277710"/>
          </a:xfrm>
          <a:prstGeom prst="rect">
            <a:avLst/>
          </a:prstGeom>
        </p:spPr>
        <p:txBody>
          <a:bodyPr anchor="t" rtlCol="false" tIns="0" lIns="0" bIns="0" rIns="0">
            <a:spAutoFit/>
          </a:bodyPr>
          <a:lstStyle/>
          <a:p>
            <a:pPr algn="ctr">
              <a:lnSpc>
                <a:spcPts val="1085"/>
              </a:lnSpc>
            </a:pPr>
            <a:r>
              <a:rPr lang="en-US" b="true" sz="1118">
                <a:solidFill>
                  <a:srgbClr val="000000"/>
                </a:solidFill>
                <a:latin typeface="Garet Bold"/>
                <a:ea typeface="Garet Bold"/>
                <a:cs typeface="Garet Bold"/>
                <a:sym typeface="Garet Bold"/>
              </a:rPr>
              <a:t>#60A5FA</a:t>
            </a:r>
          </a:p>
          <a:p>
            <a:pPr algn="ctr">
              <a:lnSpc>
                <a:spcPts val="1085"/>
              </a:lnSpc>
            </a:pPr>
            <a:r>
              <a:rPr lang="en-US" b="true" sz="1118">
                <a:solidFill>
                  <a:srgbClr val="000000"/>
                </a:solidFill>
                <a:latin typeface="Garet Bold"/>
                <a:ea typeface="Garet Bold"/>
                <a:cs typeface="Garet Bold"/>
                <a:sym typeface="Garet Bold"/>
              </a:rPr>
              <a:t>BIRU MUDA</a:t>
            </a:r>
          </a:p>
        </p:txBody>
      </p:sp>
      <p:grpSp>
        <p:nvGrpSpPr>
          <p:cNvPr name="Group 24" id="24"/>
          <p:cNvGrpSpPr/>
          <p:nvPr/>
        </p:nvGrpSpPr>
        <p:grpSpPr>
          <a:xfrm rot="0">
            <a:off x="12907846" y="3289990"/>
            <a:ext cx="418413" cy="41841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0000"/>
              </a:solidFill>
              <a:prstDash val="solid"/>
              <a:miter/>
            </a:ln>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27" id="27"/>
          <p:cNvSpPr txBox="true"/>
          <p:nvPr/>
        </p:nvSpPr>
        <p:spPr>
          <a:xfrm rot="0">
            <a:off x="13326259" y="3352416"/>
            <a:ext cx="747294" cy="312611"/>
          </a:xfrm>
          <a:prstGeom prst="rect">
            <a:avLst/>
          </a:prstGeom>
        </p:spPr>
        <p:txBody>
          <a:bodyPr anchor="t" rtlCol="false" tIns="0" lIns="0" bIns="0" rIns="0">
            <a:spAutoFit/>
          </a:bodyPr>
          <a:lstStyle/>
          <a:p>
            <a:pPr algn="ctr">
              <a:lnSpc>
                <a:spcPts val="1175"/>
              </a:lnSpc>
            </a:pPr>
            <a:r>
              <a:rPr lang="en-US" b="true" sz="1211">
                <a:solidFill>
                  <a:srgbClr val="000000"/>
                </a:solidFill>
                <a:latin typeface="Garet Bold"/>
                <a:ea typeface="Garet Bold"/>
                <a:cs typeface="Garet Bold"/>
                <a:sym typeface="Garet Bold"/>
              </a:rPr>
              <a:t>#FFFFFF</a:t>
            </a:r>
          </a:p>
          <a:p>
            <a:pPr algn="ctr">
              <a:lnSpc>
                <a:spcPts val="1175"/>
              </a:lnSpc>
            </a:pPr>
            <a:r>
              <a:rPr lang="en-US" b="true" sz="1211">
                <a:solidFill>
                  <a:srgbClr val="000000"/>
                </a:solidFill>
                <a:latin typeface="Garet Bold"/>
                <a:ea typeface="Garet Bold"/>
                <a:cs typeface="Garet Bold"/>
                <a:sym typeface="Garet Bold"/>
              </a:rPr>
              <a:t>PUTIH</a:t>
            </a:r>
          </a:p>
        </p:txBody>
      </p:sp>
      <p:grpSp>
        <p:nvGrpSpPr>
          <p:cNvPr name="Group 28" id="28"/>
          <p:cNvGrpSpPr/>
          <p:nvPr/>
        </p:nvGrpSpPr>
        <p:grpSpPr>
          <a:xfrm rot="0">
            <a:off x="11276453" y="2152242"/>
            <a:ext cx="417722" cy="417722"/>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64EB"/>
            </a:solidFill>
            <a:ln w="38100" cap="sq">
              <a:solidFill>
                <a:srgbClr val="000000"/>
              </a:solidFill>
              <a:prstDash val="solid"/>
              <a:miter/>
            </a:ln>
          </p:spPr>
        </p:sp>
        <p:sp>
          <p:nvSpPr>
            <p:cNvPr name="TextBox 30" id="30"/>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31" id="31"/>
          <p:cNvSpPr txBox="true"/>
          <p:nvPr/>
        </p:nvSpPr>
        <p:spPr>
          <a:xfrm rot="0">
            <a:off x="11733297" y="2257902"/>
            <a:ext cx="746058" cy="312062"/>
          </a:xfrm>
          <a:prstGeom prst="rect">
            <a:avLst/>
          </a:prstGeom>
        </p:spPr>
        <p:txBody>
          <a:bodyPr anchor="t" rtlCol="false" tIns="0" lIns="0" bIns="0" rIns="0">
            <a:spAutoFit/>
          </a:bodyPr>
          <a:lstStyle/>
          <a:p>
            <a:pPr algn="ctr">
              <a:lnSpc>
                <a:spcPts val="1173"/>
              </a:lnSpc>
            </a:pPr>
            <a:r>
              <a:rPr lang="en-US" b="true" sz="1209">
                <a:solidFill>
                  <a:srgbClr val="000000"/>
                </a:solidFill>
                <a:latin typeface="Garet Bold"/>
                <a:ea typeface="Garet Bold"/>
                <a:cs typeface="Garet Bold"/>
                <a:sym typeface="Garet Bold"/>
              </a:rPr>
              <a:t>#2664</a:t>
            </a:r>
            <a:r>
              <a:rPr lang="en-US" b="true" sz="1209">
                <a:solidFill>
                  <a:srgbClr val="000000"/>
                </a:solidFill>
                <a:latin typeface="Garet Bold"/>
                <a:ea typeface="Garet Bold"/>
                <a:cs typeface="Garet Bold"/>
                <a:sym typeface="Garet Bold"/>
              </a:rPr>
              <a:t>EB</a:t>
            </a:r>
          </a:p>
          <a:p>
            <a:pPr algn="ctr">
              <a:lnSpc>
                <a:spcPts val="1173"/>
              </a:lnSpc>
            </a:pPr>
            <a:r>
              <a:rPr lang="en-US" b="true" sz="1209">
                <a:solidFill>
                  <a:srgbClr val="000000"/>
                </a:solidFill>
                <a:latin typeface="Garet Bold"/>
                <a:ea typeface="Garet Bold"/>
                <a:cs typeface="Garet Bold"/>
                <a:sym typeface="Garet Bold"/>
              </a:rPr>
              <a:t>BIRU TUA</a:t>
            </a:r>
          </a:p>
        </p:txBody>
      </p:sp>
      <p:grpSp>
        <p:nvGrpSpPr>
          <p:cNvPr name="Group 32" id="32"/>
          <p:cNvGrpSpPr/>
          <p:nvPr/>
        </p:nvGrpSpPr>
        <p:grpSpPr>
          <a:xfrm rot="0">
            <a:off x="4120868" y="2440970"/>
            <a:ext cx="533863" cy="533863"/>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3041"/>
            </a:solidFill>
            <a:ln w="38100" cap="sq">
              <a:solidFill>
                <a:srgbClr val="000000"/>
              </a:solidFill>
              <a:prstDash val="solid"/>
              <a:miter/>
            </a:ln>
          </p:spPr>
        </p:sp>
        <p:sp>
          <p:nvSpPr>
            <p:cNvPr name="TextBox 34" id="34"/>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35" id="35"/>
          <p:cNvSpPr txBox="true"/>
          <p:nvPr/>
        </p:nvSpPr>
        <p:spPr>
          <a:xfrm rot="0">
            <a:off x="4704731" y="2561167"/>
            <a:ext cx="1230008" cy="385073"/>
          </a:xfrm>
          <a:prstGeom prst="rect">
            <a:avLst/>
          </a:prstGeom>
        </p:spPr>
        <p:txBody>
          <a:bodyPr anchor="t" rtlCol="false" tIns="0" lIns="0" bIns="0" rIns="0">
            <a:spAutoFit/>
          </a:bodyPr>
          <a:lstStyle/>
          <a:p>
            <a:pPr algn="ctr">
              <a:lnSpc>
                <a:spcPts val="1499"/>
              </a:lnSpc>
            </a:pPr>
            <a:r>
              <a:rPr lang="en-US" b="true" sz="1546">
                <a:solidFill>
                  <a:srgbClr val="000000"/>
                </a:solidFill>
                <a:latin typeface="Garet Bold"/>
                <a:ea typeface="Garet Bold"/>
                <a:cs typeface="Garet Bold"/>
                <a:sym typeface="Garet Bold"/>
              </a:rPr>
              <a:t>#273041</a:t>
            </a:r>
          </a:p>
          <a:p>
            <a:pPr algn="ctr">
              <a:lnSpc>
                <a:spcPts val="1499"/>
              </a:lnSpc>
            </a:pPr>
            <a:r>
              <a:rPr lang="en-US" b="true" sz="1546">
                <a:solidFill>
                  <a:srgbClr val="000000"/>
                </a:solidFill>
                <a:latin typeface="Garet Bold"/>
                <a:ea typeface="Garet Bold"/>
                <a:cs typeface="Garet Bold"/>
                <a:sym typeface="Garet Bold"/>
              </a:rPr>
              <a:t>DARK NAVY</a:t>
            </a:r>
          </a:p>
        </p:txBody>
      </p:sp>
      <p:sp>
        <p:nvSpPr>
          <p:cNvPr name="AutoShape 36" id="36"/>
          <p:cNvSpPr/>
          <p:nvPr/>
        </p:nvSpPr>
        <p:spPr>
          <a:xfrm flipV="true">
            <a:off x="8094220" y="5623093"/>
            <a:ext cx="1289890" cy="531749"/>
          </a:xfrm>
          <a:prstGeom prst="line">
            <a:avLst/>
          </a:prstGeom>
          <a:ln cap="flat" w="38100">
            <a:solidFill>
              <a:srgbClr val="000000"/>
            </a:solidFill>
            <a:prstDash val="solid"/>
            <a:headEnd type="none" len="sm" w="sm"/>
            <a:tailEnd type="arrow" len="sm" w="med"/>
          </a:ln>
        </p:spPr>
      </p:sp>
      <p:grpSp>
        <p:nvGrpSpPr>
          <p:cNvPr name="Group 37" id="37"/>
          <p:cNvGrpSpPr/>
          <p:nvPr/>
        </p:nvGrpSpPr>
        <p:grpSpPr>
          <a:xfrm rot="0">
            <a:off x="9040248" y="5097052"/>
            <a:ext cx="407127" cy="407127"/>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000000"/>
              </a:solidFill>
              <a:prstDash val="solid"/>
              <a:miter/>
            </a:ln>
          </p:spPr>
        </p:sp>
        <p:sp>
          <p:nvSpPr>
            <p:cNvPr name="TextBox 39" id="39"/>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TextBox 40" id="40"/>
          <p:cNvSpPr txBox="true"/>
          <p:nvPr/>
        </p:nvSpPr>
        <p:spPr>
          <a:xfrm rot="0">
            <a:off x="9487132" y="5167834"/>
            <a:ext cx="902929" cy="294139"/>
          </a:xfrm>
          <a:prstGeom prst="rect">
            <a:avLst/>
          </a:prstGeom>
        </p:spPr>
        <p:txBody>
          <a:bodyPr anchor="t" rtlCol="false" tIns="0" lIns="0" bIns="0" rIns="0">
            <a:spAutoFit/>
          </a:bodyPr>
          <a:lstStyle/>
          <a:p>
            <a:pPr algn="ctr">
              <a:lnSpc>
                <a:spcPts val="1143"/>
              </a:lnSpc>
            </a:pPr>
            <a:r>
              <a:rPr lang="en-US" b="true" sz="1179">
                <a:solidFill>
                  <a:srgbClr val="000000"/>
                </a:solidFill>
                <a:latin typeface="Garet Bold"/>
                <a:ea typeface="Garet Bold"/>
                <a:cs typeface="Garet Bold"/>
                <a:sym typeface="Garet Bold"/>
              </a:rPr>
              <a:t>#000000</a:t>
            </a:r>
          </a:p>
          <a:p>
            <a:pPr algn="ctr">
              <a:lnSpc>
                <a:spcPts val="1143"/>
              </a:lnSpc>
            </a:pPr>
            <a:r>
              <a:rPr lang="en-US" b="true" sz="1179">
                <a:solidFill>
                  <a:srgbClr val="000000"/>
                </a:solidFill>
                <a:latin typeface="Garet Bold"/>
                <a:ea typeface="Garet Bold"/>
                <a:cs typeface="Garet Bold"/>
                <a:sym typeface="Garet Bold"/>
              </a:rPr>
              <a:t>HITAM</a:t>
            </a:r>
          </a:p>
        </p:txBody>
      </p:sp>
      <p:sp>
        <p:nvSpPr>
          <p:cNvPr name="AutoShape 41" id="41"/>
          <p:cNvSpPr/>
          <p:nvPr/>
        </p:nvSpPr>
        <p:spPr>
          <a:xfrm flipV="true">
            <a:off x="10809176" y="2946240"/>
            <a:ext cx="1670180" cy="250503"/>
          </a:xfrm>
          <a:prstGeom prst="line">
            <a:avLst/>
          </a:prstGeom>
          <a:ln cap="flat" w="38100">
            <a:solidFill>
              <a:srgbClr val="000000"/>
            </a:solidFill>
            <a:prstDash val="solid"/>
            <a:headEnd type="none" len="sm" w="sm"/>
            <a:tailEnd type="arrow" len="sm" w="med"/>
          </a:ln>
        </p:spPr>
      </p:sp>
      <p:sp>
        <p:nvSpPr>
          <p:cNvPr name="TextBox 42" id="42"/>
          <p:cNvSpPr txBox="true"/>
          <p:nvPr/>
        </p:nvSpPr>
        <p:spPr>
          <a:xfrm rot="0">
            <a:off x="12605088" y="2763229"/>
            <a:ext cx="3581870" cy="336767"/>
          </a:xfrm>
          <a:prstGeom prst="rect">
            <a:avLst/>
          </a:prstGeom>
        </p:spPr>
        <p:txBody>
          <a:bodyPr anchor="t" rtlCol="false" tIns="0" lIns="0" bIns="0" rIns="0">
            <a:spAutoFit/>
          </a:bodyPr>
          <a:lstStyle/>
          <a:p>
            <a:pPr algn="l">
              <a:lnSpc>
                <a:spcPts val="2328"/>
              </a:lnSpc>
            </a:pPr>
            <a:r>
              <a:rPr lang="en-US" sz="2400" b="true">
                <a:solidFill>
                  <a:srgbClr val="003060"/>
                </a:solidFill>
                <a:latin typeface="Poppins Bold"/>
                <a:ea typeface="Poppins Bold"/>
                <a:cs typeface="Poppins Bold"/>
                <a:sym typeface="Poppins Bold"/>
              </a:rPr>
              <a:t>POPPINS</a:t>
            </a:r>
          </a:p>
        </p:txBody>
      </p:sp>
      <p:sp>
        <p:nvSpPr>
          <p:cNvPr name="AutoShape 43" id="43"/>
          <p:cNvSpPr/>
          <p:nvPr/>
        </p:nvSpPr>
        <p:spPr>
          <a:xfrm flipV="true">
            <a:off x="8829122" y="5917013"/>
            <a:ext cx="1693003" cy="741208"/>
          </a:xfrm>
          <a:prstGeom prst="line">
            <a:avLst/>
          </a:prstGeom>
          <a:ln cap="flat" w="38100">
            <a:solidFill>
              <a:srgbClr val="000000"/>
            </a:solidFill>
            <a:prstDash val="solid"/>
            <a:headEnd type="none" len="sm" w="sm"/>
            <a:tailEnd type="arrow" len="sm" w="med"/>
          </a:ln>
        </p:spPr>
      </p:sp>
      <p:sp>
        <p:nvSpPr>
          <p:cNvPr name="TextBox 44" id="44"/>
          <p:cNvSpPr txBox="true"/>
          <p:nvPr/>
        </p:nvSpPr>
        <p:spPr>
          <a:xfrm rot="0">
            <a:off x="10522125" y="5781967"/>
            <a:ext cx="3581870" cy="317717"/>
          </a:xfrm>
          <a:prstGeom prst="rect">
            <a:avLst/>
          </a:prstGeom>
        </p:spPr>
        <p:txBody>
          <a:bodyPr anchor="t" rtlCol="false" tIns="0" lIns="0" bIns="0" rIns="0">
            <a:spAutoFit/>
          </a:bodyPr>
          <a:lstStyle/>
          <a:p>
            <a:pPr algn="l">
              <a:lnSpc>
                <a:spcPts val="2328"/>
              </a:lnSpc>
            </a:pPr>
            <a:r>
              <a:rPr lang="en-US" sz="2400" b="true">
                <a:solidFill>
                  <a:srgbClr val="003060"/>
                </a:solidFill>
                <a:latin typeface="Aileron Bold"/>
                <a:ea typeface="Aileron Bold"/>
                <a:cs typeface="Aileron Bold"/>
                <a:sym typeface="Aileron Bold"/>
              </a:rPr>
              <a:t>AILERON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514350" y="4200"/>
            <a:ext cx="19118434" cy="3988725"/>
            <a:chOff x="0" y="0"/>
            <a:chExt cx="5035308" cy="1050528"/>
          </a:xfrm>
        </p:grpSpPr>
        <p:sp>
          <p:nvSpPr>
            <p:cNvPr name="Freeform 4" id="4"/>
            <p:cNvSpPr/>
            <p:nvPr/>
          </p:nvSpPr>
          <p:spPr>
            <a:xfrm flipH="false" flipV="false" rot="0">
              <a:off x="0" y="0"/>
              <a:ext cx="5035308" cy="1050528"/>
            </a:xfrm>
            <a:custGeom>
              <a:avLst/>
              <a:gdLst/>
              <a:ahLst/>
              <a:cxnLst/>
              <a:rect r="r" b="b" t="t" l="l"/>
              <a:pathLst>
                <a:path h="1050528" w="5035308">
                  <a:moveTo>
                    <a:pt x="0" y="0"/>
                  </a:moveTo>
                  <a:lnTo>
                    <a:pt x="5035308" y="0"/>
                  </a:lnTo>
                  <a:lnTo>
                    <a:pt x="5035308" y="1050528"/>
                  </a:lnTo>
                  <a:lnTo>
                    <a:pt x="0" y="1050528"/>
                  </a:lnTo>
                  <a:close/>
                </a:path>
              </a:pathLst>
            </a:custGeom>
            <a:gradFill rotWithShape="true">
              <a:gsLst>
                <a:gs pos="0">
                  <a:srgbClr val="003060">
                    <a:alpha val="100000"/>
                  </a:srgbClr>
                </a:gs>
                <a:gs pos="100000">
                  <a:srgbClr val="003060">
                    <a:alpha val="0"/>
                  </a:srgbClr>
                </a:gs>
              </a:gsLst>
              <a:lin ang="5400000"/>
            </a:gradFill>
          </p:spPr>
        </p:sp>
        <p:sp>
          <p:nvSpPr>
            <p:cNvPr name="TextBox 5" id="5"/>
            <p:cNvSpPr txBox="true"/>
            <p:nvPr/>
          </p:nvSpPr>
          <p:spPr>
            <a:xfrm>
              <a:off x="0" y="-57150"/>
              <a:ext cx="5035308" cy="1107678"/>
            </a:xfrm>
            <a:prstGeom prst="rect">
              <a:avLst/>
            </a:prstGeom>
          </p:spPr>
          <p:txBody>
            <a:bodyPr anchor="ctr" rtlCol="false" tIns="50800" lIns="50800" bIns="50800" rIns="50800"/>
            <a:lstStyle/>
            <a:p>
              <a:pPr algn="ctr">
                <a:lnSpc>
                  <a:spcPts val="3500"/>
                </a:lnSpc>
              </a:pPr>
            </a:p>
          </p:txBody>
        </p:sp>
      </p:grpSp>
      <p:grpSp>
        <p:nvGrpSpPr>
          <p:cNvPr name="Group 6" id="6"/>
          <p:cNvGrpSpPr/>
          <p:nvPr/>
        </p:nvGrpSpPr>
        <p:grpSpPr>
          <a:xfrm rot="0">
            <a:off x="7018552" y="4716825"/>
            <a:ext cx="4782314" cy="2719084"/>
            <a:chOff x="0" y="0"/>
            <a:chExt cx="1259540" cy="716137"/>
          </a:xfrm>
        </p:grpSpPr>
        <p:sp>
          <p:nvSpPr>
            <p:cNvPr name="Freeform 7" id="7"/>
            <p:cNvSpPr/>
            <p:nvPr/>
          </p:nvSpPr>
          <p:spPr>
            <a:xfrm flipH="false" flipV="false" rot="0">
              <a:off x="0" y="0"/>
              <a:ext cx="1259539" cy="716137"/>
            </a:xfrm>
            <a:custGeom>
              <a:avLst/>
              <a:gdLst/>
              <a:ahLst/>
              <a:cxnLst/>
              <a:rect r="r" b="b" t="t" l="l"/>
              <a:pathLst>
                <a:path h="716137" w="1259539">
                  <a:moveTo>
                    <a:pt x="0" y="0"/>
                  </a:moveTo>
                  <a:lnTo>
                    <a:pt x="1259539" y="0"/>
                  </a:lnTo>
                  <a:lnTo>
                    <a:pt x="1259539" y="716137"/>
                  </a:lnTo>
                  <a:lnTo>
                    <a:pt x="0" y="716137"/>
                  </a:lnTo>
                  <a:close/>
                </a:path>
              </a:pathLst>
            </a:custGeom>
            <a:gradFill rotWithShape="true">
              <a:gsLst>
                <a:gs pos="0">
                  <a:srgbClr val="003060">
                    <a:alpha val="100000"/>
                  </a:srgbClr>
                </a:gs>
                <a:gs pos="100000">
                  <a:srgbClr val="003060">
                    <a:alpha val="0"/>
                  </a:srgbClr>
                </a:gs>
              </a:gsLst>
              <a:lin ang="5400000"/>
            </a:gradFill>
          </p:spPr>
        </p:sp>
        <p:sp>
          <p:nvSpPr>
            <p:cNvPr name="TextBox 8" id="8"/>
            <p:cNvSpPr txBox="true"/>
            <p:nvPr/>
          </p:nvSpPr>
          <p:spPr>
            <a:xfrm>
              <a:off x="0" y="-57150"/>
              <a:ext cx="1259540" cy="773287"/>
            </a:xfrm>
            <a:prstGeom prst="rect">
              <a:avLst/>
            </a:prstGeom>
          </p:spPr>
          <p:txBody>
            <a:bodyPr anchor="ctr" rtlCol="false" tIns="50800" lIns="50800" bIns="50800" rIns="50800"/>
            <a:lstStyle/>
            <a:p>
              <a:pPr algn="ctr">
                <a:lnSpc>
                  <a:spcPts val="3500"/>
                </a:lnSpc>
              </a:pPr>
            </a:p>
          </p:txBody>
        </p:sp>
      </p:grpSp>
      <p:grpSp>
        <p:nvGrpSpPr>
          <p:cNvPr name="Group 9" id="9"/>
          <p:cNvGrpSpPr/>
          <p:nvPr/>
        </p:nvGrpSpPr>
        <p:grpSpPr>
          <a:xfrm rot="0">
            <a:off x="12629541" y="4716825"/>
            <a:ext cx="4782314" cy="2719084"/>
            <a:chOff x="0" y="0"/>
            <a:chExt cx="1259540" cy="716137"/>
          </a:xfrm>
        </p:grpSpPr>
        <p:sp>
          <p:nvSpPr>
            <p:cNvPr name="Freeform 10" id="10"/>
            <p:cNvSpPr/>
            <p:nvPr/>
          </p:nvSpPr>
          <p:spPr>
            <a:xfrm flipH="false" flipV="false" rot="0">
              <a:off x="0" y="0"/>
              <a:ext cx="1259539" cy="716137"/>
            </a:xfrm>
            <a:custGeom>
              <a:avLst/>
              <a:gdLst/>
              <a:ahLst/>
              <a:cxnLst/>
              <a:rect r="r" b="b" t="t" l="l"/>
              <a:pathLst>
                <a:path h="716137" w="1259539">
                  <a:moveTo>
                    <a:pt x="0" y="0"/>
                  </a:moveTo>
                  <a:lnTo>
                    <a:pt x="1259539" y="0"/>
                  </a:lnTo>
                  <a:lnTo>
                    <a:pt x="1259539" y="716137"/>
                  </a:lnTo>
                  <a:lnTo>
                    <a:pt x="0" y="716137"/>
                  </a:lnTo>
                  <a:close/>
                </a:path>
              </a:pathLst>
            </a:custGeom>
            <a:gradFill rotWithShape="true">
              <a:gsLst>
                <a:gs pos="0">
                  <a:srgbClr val="003060">
                    <a:alpha val="100000"/>
                  </a:srgbClr>
                </a:gs>
                <a:gs pos="100000">
                  <a:srgbClr val="003060">
                    <a:alpha val="0"/>
                  </a:srgbClr>
                </a:gs>
              </a:gsLst>
              <a:lin ang="5400000"/>
            </a:gradFill>
          </p:spPr>
        </p:sp>
        <p:sp>
          <p:nvSpPr>
            <p:cNvPr name="TextBox 11" id="11"/>
            <p:cNvSpPr txBox="true"/>
            <p:nvPr/>
          </p:nvSpPr>
          <p:spPr>
            <a:xfrm>
              <a:off x="0" y="-57150"/>
              <a:ext cx="1259540" cy="773287"/>
            </a:xfrm>
            <a:prstGeom prst="rect">
              <a:avLst/>
            </a:prstGeom>
          </p:spPr>
          <p:txBody>
            <a:bodyPr anchor="ctr" rtlCol="false" tIns="50800" lIns="50800" bIns="50800" rIns="50800"/>
            <a:lstStyle/>
            <a:p>
              <a:pPr algn="ctr">
                <a:lnSpc>
                  <a:spcPts val="3500"/>
                </a:lnSpc>
              </a:pPr>
            </a:p>
          </p:txBody>
        </p:sp>
      </p:grpSp>
      <p:grpSp>
        <p:nvGrpSpPr>
          <p:cNvPr name="Group 12" id="12"/>
          <p:cNvGrpSpPr/>
          <p:nvPr/>
        </p:nvGrpSpPr>
        <p:grpSpPr>
          <a:xfrm rot="0">
            <a:off x="6699907" y="4296746"/>
            <a:ext cx="4888186" cy="2853698"/>
            <a:chOff x="0" y="0"/>
            <a:chExt cx="1313155" cy="766613"/>
          </a:xfrm>
        </p:grpSpPr>
        <p:sp>
          <p:nvSpPr>
            <p:cNvPr name="Freeform 13" id="13"/>
            <p:cNvSpPr/>
            <p:nvPr/>
          </p:nvSpPr>
          <p:spPr>
            <a:xfrm flipH="false" flipV="false" rot="0">
              <a:off x="0" y="0"/>
              <a:ext cx="1313155" cy="766613"/>
            </a:xfrm>
            <a:custGeom>
              <a:avLst/>
              <a:gdLst/>
              <a:ahLst/>
              <a:cxnLst/>
              <a:rect r="r" b="b" t="t" l="l"/>
              <a:pathLst>
                <a:path h="766613" w="1313155">
                  <a:moveTo>
                    <a:pt x="0" y="0"/>
                  </a:moveTo>
                  <a:lnTo>
                    <a:pt x="1313155" y="0"/>
                  </a:lnTo>
                  <a:lnTo>
                    <a:pt x="1313155" y="766613"/>
                  </a:lnTo>
                  <a:lnTo>
                    <a:pt x="0" y="766613"/>
                  </a:lnTo>
                  <a:close/>
                </a:path>
              </a:pathLst>
            </a:custGeom>
            <a:blipFill>
              <a:blip r:embed="rId3"/>
              <a:stretch>
                <a:fillRect l="0" t="-5241" r="0" b="-5241"/>
              </a:stretch>
            </a:blipFill>
          </p:spPr>
        </p:sp>
      </p:grpSp>
      <p:grpSp>
        <p:nvGrpSpPr>
          <p:cNvPr name="Group 14" id="14"/>
          <p:cNvGrpSpPr/>
          <p:nvPr/>
        </p:nvGrpSpPr>
        <p:grpSpPr>
          <a:xfrm rot="0">
            <a:off x="12305691" y="4296746"/>
            <a:ext cx="4888186" cy="2853698"/>
            <a:chOff x="0" y="0"/>
            <a:chExt cx="1313155" cy="766613"/>
          </a:xfrm>
        </p:grpSpPr>
        <p:sp>
          <p:nvSpPr>
            <p:cNvPr name="Freeform 15" id="15"/>
            <p:cNvSpPr/>
            <p:nvPr/>
          </p:nvSpPr>
          <p:spPr>
            <a:xfrm flipH="false" flipV="false" rot="0">
              <a:off x="0" y="0"/>
              <a:ext cx="1313155" cy="766613"/>
            </a:xfrm>
            <a:custGeom>
              <a:avLst/>
              <a:gdLst/>
              <a:ahLst/>
              <a:cxnLst/>
              <a:rect r="r" b="b" t="t" l="l"/>
              <a:pathLst>
                <a:path h="766613" w="1313155">
                  <a:moveTo>
                    <a:pt x="0" y="0"/>
                  </a:moveTo>
                  <a:lnTo>
                    <a:pt x="1313155" y="0"/>
                  </a:lnTo>
                  <a:lnTo>
                    <a:pt x="1313155" y="766613"/>
                  </a:lnTo>
                  <a:lnTo>
                    <a:pt x="0" y="766613"/>
                  </a:lnTo>
                  <a:close/>
                </a:path>
              </a:pathLst>
            </a:custGeom>
            <a:blipFill>
              <a:blip r:embed="rId4"/>
              <a:stretch>
                <a:fillRect l="0" t="-5241" r="0" b="-5241"/>
              </a:stretch>
            </a:blipFill>
          </p:spPr>
        </p:sp>
      </p:grpSp>
      <p:grpSp>
        <p:nvGrpSpPr>
          <p:cNvPr name="Group 16" id="16"/>
          <p:cNvGrpSpPr/>
          <p:nvPr/>
        </p:nvGrpSpPr>
        <p:grpSpPr>
          <a:xfrm rot="0">
            <a:off x="1409933" y="4716825"/>
            <a:ext cx="4782314" cy="2719084"/>
            <a:chOff x="0" y="0"/>
            <a:chExt cx="1259540" cy="716137"/>
          </a:xfrm>
        </p:grpSpPr>
        <p:sp>
          <p:nvSpPr>
            <p:cNvPr name="Freeform 17" id="17"/>
            <p:cNvSpPr/>
            <p:nvPr/>
          </p:nvSpPr>
          <p:spPr>
            <a:xfrm flipH="false" flipV="false" rot="0">
              <a:off x="0" y="0"/>
              <a:ext cx="1259539" cy="716137"/>
            </a:xfrm>
            <a:custGeom>
              <a:avLst/>
              <a:gdLst/>
              <a:ahLst/>
              <a:cxnLst/>
              <a:rect r="r" b="b" t="t" l="l"/>
              <a:pathLst>
                <a:path h="716137" w="1259539">
                  <a:moveTo>
                    <a:pt x="0" y="0"/>
                  </a:moveTo>
                  <a:lnTo>
                    <a:pt x="1259539" y="0"/>
                  </a:lnTo>
                  <a:lnTo>
                    <a:pt x="1259539" y="716137"/>
                  </a:lnTo>
                  <a:lnTo>
                    <a:pt x="0" y="716137"/>
                  </a:lnTo>
                  <a:close/>
                </a:path>
              </a:pathLst>
            </a:custGeom>
            <a:gradFill rotWithShape="true">
              <a:gsLst>
                <a:gs pos="0">
                  <a:srgbClr val="003060">
                    <a:alpha val="100000"/>
                  </a:srgbClr>
                </a:gs>
                <a:gs pos="100000">
                  <a:srgbClr val="003060">
                    <a:alpha val="0"/>
                  </a:srgbClr>
                </a:gs>
              </a:gsLst>
              <a:lin ang="5400000"/>
            </a:gradFill>
          </p:spPr>
        </p:sp>
        <p:sp>
          <p:nvSpPr>
            <p:cNvPr name="TextBox 18" id="18"/>
            <p:cNvSpPr txBox="true"/>
            <p:nvPr/>
          </p:nvSpPr>
          <p:spPr>
            <a:xfrm>
              <a:off x="0" y="-57150"/>
              <a:ext cx="1259540" cy="773287"/>
            </a:xfrm>
            <a:prstGeom prst="rect">
              <a:avLst/>
            </a:prstGeom>
          </p:spPr>
          <p:txBody>
            <a:bodyPr anchor="ctr" rtlCol="false" tIns="50800" lIns="50800" bIns="50800" rIns="50800"/>
            <a:lstStyle/>
            <a:p>
              <a:pPr algn="ctr">
                <a:lnSpc>
                  <a:spcPts val="3500"/>
                </a:lnSpc>
              </a:pPr>
            </a:p>
          </p:txBody>
        </p:sp>
      </p:grpSp>
      <p:grpSp>
        <p:nvGrpSpPr>
          <p:cNvPr name="Group 19" id="19"/>
          <p:cNvGrpSpPr/>
          <p:nvPr/>
        </p:nvGrpSpPr>
        <p:grpSpPr>
          <a:xfrm rot="0">
            <a:off x="1092152" y="4296746"/>
            <a:ext cx="4888186" cy="2853698"/>
            <a:chOff x="0" y="0"/>
            <a:chExt cx="1313155" cy="766613"/>
          </a:xfrm>
        </p:grpSpPr>
        <p:sp>
          <p:nvSpPr>
            <p:cNvPr name="Freeform 20" id="20"/>
            <p:cNvSpPr/>
            <p:nvPr/>
          </p:nvSpPr>
          <p:spPr>
            <a:xfrm flipH="false" flipV="false" rot="0">
              <a:off x="0" y="0"/>
              <a:ext cx="1313155" cy="766613"/>
            </a:xfrm>
            <a:custGeom>
              <a:avLst/>
              <a:gdLst/>
              <a:ahLst/>
              <a:cxnLst/>
              <a:rect r="r" b="b" t="t" l="l"/>
              <a:pathLst>
                <a:path h="766613" w="1313155">
                  <a:moveTo>
                    <a:pt x="0" y="0"/>
                  </a:moveTo>
                  <a:lnTo>
                    <a:pt x="1313155" y="0"/>
                  </a:lnTo>
                  <a:lnTo>
                    <a:pt x="1313155" y="766613"/>
                  </a:lnTo>
                  <a:lnTo>
                    <a:pt x="0" y="766613"/>
                  </a:lnTo>
                  <a:close/>
                </a:path>
              </a:pathLst>
            </a:custGeom>
            <a:blipFill>
              <a:blip r:embed="rId5"/>
              <a:stretch>
                <a:fillRect l="0" t="-5349" r="0" b="-5349"/>
              </a:stretch>
            </a:blipFill>
          </p:spPr>
        </p:sp>
      </p:grpSp>
      <p:sp>
        <p:nvSpPr>
          <p:cNvPr name="Freeform 21" id="21"/>
          <p:cNvSpPr/>
          <p:nvPr/>
        </p:nvSpPr>
        <p:spPr>
          <a:xfrm flipH="true" flipV="false" rot="0">
            <a:off x="15126022" y="1298027"/>
            <a:ext cx="1689934" cy="805023"/>
          </a:xfrm>
          <a:custGeom>
            <a:avLst/>
            <a:gdLst/>
            <a:ahLst/>
            <a:cxnLst/>
            <a:rect r="r" b="b" t="t" l="l"/>
            <a:pathLst>
              <a:path h="805023" w="1689934">
                <a:moveTo>
                  <a:pt x="1689933" y="0"/>
                </a:moveTo>
                <a:lnTo>
                  <a:pt x="0" y="0"/>
                </a:lnTo>
                <a:lnTo>
                  <a:pt x="0" y="805023"/>
                </a:lnTo>
                <a:lnTo>
                  <a:pt x="1689933" y="805023"/>
                </a:lnTo>
                <a:lnTo>
                  <a:pt x="168993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515937" y="1552405"/>
            <a:ext cx="3150806" cy="1101289"/>
          </a:xfrm>
          <a:custGeom>
            <a:avLst/>
            <a:gdLst/>
            <a:ahLst/>
            <a:cxnLst/>
            <a:rect r="r" b="b" t="t" l="l"/>
            <a:pathLst>
              <a:path h="1101289" w="3150806">
                <a:moveTo>
                  <a:pt x="0" y="0"/>
                </a:moveTo>
                <a:lnTo>
                  <a:pt x="3150806" y="0"/>
                </a:lnTo>
                <a:lnTo>
                  <a:pt x="3150806" y="1101289"/>
                </a:lnTo>
                <a:lnTo>
                  <a:pt x="0" y="1101289"/>
                </a:lnTo>
                <a:lnTo>
                  <a:pt x="0" y="0"/>
                </a:lnTo>
                <a:close/>
              </a:path>
            </a:pathLst>
          </a:custGeom>
          <a:blipFill>
            <a:blip r:embed="rId8"/>
            <a:stretch>
              <a:fillRect l="0" t="0" r="0" b="0"/>
            </a:stretch>
          </a:blipFill>
        </p:spPr>
      </p:sp>
      <p:sp>
        <p:nvSpPr>
          <p:cNvPr name="TextBox 23" id="23"/>
          <p:cNvSpPr txBox="true"/>
          <p:nvPr/>
        </p:nvSpPr>
        <p:spPr>
          <a:xfrm rot="0">
            <a:off x="4350768" y="935970"/>
            <a:ext cx="9388198" cy="1681612"/>
          </a:xfrm>
          <a:prstGeom prst="rect">
            <a:avLst/>
          </a:prstGeom>
        </p:spPr>
        <p:txBody>
          <a:bodyPr anchor="t" rtlCol="false" tIns="0" lIns="0" bIns="0" rIns="0">
            <a:spAutoFit/>
          </a:bodyPr>
          <a:lstStyle/>
          <a:p>
            <a:pPr algn="ctr">
              <a:lnSpc>
                <a:spcPts val="6499"/>
              </a:lnSpc>
            </a:pPr>
            <a:r>
              <a:rPr lang="en-US" b="true" sz="6700">
                <a:solidFill>
                  <a:srgbClr val="FFFFFF"/>
                </a:solidFill>
                <a:latin typeface="Garet Bold"/>
                <a:ea typeface="Garet Bold"/>
                <a:cs typeface="Garet Bold"/>
                <a:sym typeface="Garet Bold"/>
              </a:rPr>
              <a:t>LAYOUTING</a:t>
            </a:r>
          </a:p>
          <a:p>
            <a:pPr algn="ctr">
              <a:lnSpc>
                <a:spcPts val="6499"/>
              </a:lnSpc>
            </a:pPr>
            <a:r>
              <a:rPr lang="en-US" b="true" sz="6700">
                <a:solidFill>
                  <a:srgbClr val="FFFFFF"/>
                </a:solidFill>
                <a:latin typeface="Garet Bold"/>
                <a:ea typeface="Garet Bold"/>
                <a:cs typeface="Garet Bold"/>
                <a:sym typeface="Garet Bold"/>
              </a:rPr>
              <a:t>DEKSTOP</a:t>
            </a:r>
          </a:p>
        </p:txBody>
      </p:sp>
      <p:sp>
        <p:nvSpPr>
          <p:cNvPr name="TextBox 24" id="24"/>
          <p:cNvSpPr txBox="true"/>
          <p:nvPr/>
        </p:nvSpPr>
        <p:spPr>
          <a:xfrm rot="0">
            <a:off x="1159198" y="7499351"/>
            <a:ext cx="5015089" cy="2463799"/>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Layout desktop terdiri dari header, hero section, statistik perusahaan, layanan unggulan, dan footer. Desain dibuat rapi dan profesional untuk menampilkan informasi perusahaan secara jelas serta memudahkan pengguna dalam menavigasi website.</a:t>
            </a:r>
          </a:p>
        </p:txBody>
      </p:sp>
      <p:sp>
        <p:nvSpPr>
          <p:cNvPr name="TextBox 25" id="25"/>
          <p:cNvSpPr txBox="true"/>
          <p:nvPr/>
        </p:nvSpPr>
        <p:spPr>
          <a:xfrm rot="0">
            <a:off x="6636455" y="7499351"/>
            <a:ext cx="5015089" cy="2111374"/>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Tampilan </a:t>
            </a:r>
            <a:r>
              <a:rPr lang="en-US" sz="2000">
                <a:solidFill>
                  <a:srgbClr val="000000"/>
                </a:solidFill>
                <a:latin typeface="Open Sans"/>
                <a:ea typeface="Open Sans"/>
                <a:cs typeface="Open Sans"/>
                <a:sym typeface="Open Sans"/>
              </a:rPr>
              <a:t>desktop terdiri dari header, daftar layanan, paket harga, dan footer. Desain dibuat rapi menggunakan card layout sehingga pengguna dapat melihat layanan dan membandingkan paket dengan mudah.</a:t>
            </a:r>
          </a:p>
        </p:txBody>
      </p:sp>
      <p:sp>
        <p:nvSpPr>
          <p:cNvPr name="TextBox 26" id="26"/>
          <p:cNvSpPr txBox="true"/>
          <p:nvPr/>
        </p:nvSpPr>
        <p:spPr>
          <a:xfrm rot="0">
            <a:off x="12305691" y="7499351"/>
            <a:ext cx="5015089" cy="2463799"/>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Tampilan </a:t>
            </a:r>
            <a:r>
              <a:rPr lang="en-US" sz="2000">
                <a:solidFill>
                  <a:srgbClr val="000000"/>
                </a:solidFill>
                <a:latin typeface="Open Sans"/>
                <a:ea typeface="Open Sans"/>
                <a:cs typeface="Open Sans"/>
                <a:sym typeface="Open Sans"/>
              </a:rPr>
              <a:t>desktop terdiri dari header, informasi kontak, formulir pengajuan proyek, testimoni klien, dan footer. Layout dibuat dua kolom agar pengguna dapat melihat informasi perusahaan sekaligus mengirim pesan atau konsultasi dengan mudah.</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514350" y="4200"/>
            <a:ext cx="19118434" cy="3988725"/>
            <a:chOff x="0" y="0"/>
            <a:chExt cx="5035308" cy="1050528"/>
          </a:xfrm>
        </p:grpSpPr>
        <p:sp>
          <p:nvSpPr>
            <p:cNvPr name="Freeform 4" id="4"/>
            <p:cNvSpPr/>
            <p:nvPr/>
          </p:nvSpPr>
          <p:spPr>
            <a:xfrm flipH="false" flipV="false" rot="0">
              <a:off x="0" y="0"/>
              <a:ext cx="5035308" cy="1050528"/>
            </a:xfrm>
            <a:custGeom>
              <a:avLst/>
              <a:gdLst/>
              <a:ahLst/>
              <a:cxnLst/>
              <a:rect r="r" b="b" t="t" l="l"/>
              <a:pathLst>
                <a:path h="1050528" w="5035308">
                  <a:moveTo>
                    <a:pt x="0" y="0"/>
                  </a:moveTo>
                  <a:lnTo>
                    <a:pt x="5035308" y="0"/>
                  </a:lnTo>
                  <a:lnTo>
                    <a:pt x="5035308" y="1050528"/>
                  </a:lnTo>
                  <a:lnTo>
                    <a:pt x="0" y="1050528"/>
                  </a:lnTo>
                  <a:close/>
                </a:path>
              </a:pathLst>
            </a:custGeom>
            <a:gradFill rotWithShape="true">
              <a:gsLst>
                <a:gs pos="0">
                  <a:srgbClr val="003060">
                    <a:alpha val="100000"/>
                  </a:srgbClr>
                </a:gs>
                <a:gs pos="100000">
                  <a:srgbClr val="003060">
                    <a:alpha val="0"/>
                  </a:srgbClr>
                </a:gs>
              </a:gsLst>
              <a:lin ang="5400000"/>
            </a:gradFill>
          </p:spPr>
        </p:sp>
        <p:sp>
          <p:nvSpPr>
            <p:cNvPr name="TextBox 5" id="5"/>
            <p:cNvSpPr txBox="true"/>
            <p:nvPr/>
          </p:nvSpPr>
          <p:spPr>
            <a:xfrm>
              <a:off x="0" y="-57150"/>
              <a:ext cx="5035308" cy="1107678"/>
            </a:xfrm>
            <a:prstGeom prst="rect">
              <a:avLst/>
            </a:prstGeom>
          </p:spPr>
          <p:txBody>
            <a:bodyPr anchor="ctr" rtlCol="false" tIns="50800" lIns="50800" bIns="50800" rIns="50800"/>
            <a:lstStyle/>
            <a:p>
              <a:pPr algn="ctr">
                <a:lnSpc>
                  <a:spcPts val="3500"/>
                </a:lnSpc>
              </a:pPr>
            </a:p>
          </p:txBody>
        </p:sp>
      </p:grpSp>
      <p:grpSp>
        <p:nvGrpSpPr>
          <p:cNvPr name="Group 6" id="6"/>
          <p:cNvGrpSpPr/>
          <p:nvPr/>
        </p:nvGrpSpPr>
        <p:grpSpPr>
          <a:xfrm rot="0">
            <a:off x="1225454" y="2462403"/>
            <a:ext cx="3038394" cy="5128609"/>
            <a:chOff x="0" y="0"/>
            <a:chExt cx="800235" cy="1350745"/>
          </a:xfrm>
        </p:grpSpPr>
        <p:sp>
          <p:nvSpPr>
            <p:cNvPr name="Freeform 7" id="7"/>
            <p:cNvSpPr/>
            <p:nvPr/>
          </p:nvSpPr>
          <p:spPr>
            <a:xfrm flipH="false" flipV="false" rot="0">
              <a:off x="0" y="0"/>
              <a:ext cx="800235" cy="1350745"/>
            </a:xfrm>
            <a:custGeom>
              <a:avLst/>
              <a:gdLst/>
              <a:ahLst/>
              <a:cxnLst/>
              <a:rect r="r" b="b" t="t" l="l"/>
              <a:pathLst>
                <a:path h="1350745" w="800235">
                  <a:moveTo>
                    <a:pt x="0" y="0"/>
                  </a:moveTo>
                  <a:lnTo>
                    <a:pt x="800235" y="0"/>
                  </a:lnTo>
                  <a:lnTo>
                    <a:pt x="800235" y="1350745"/>
                  </a:lnTo>
                  <a:lnTo>
                    <a:pt x="0" y="1350745"/>
                  </a:lnTo>
                  <a:close/>
                </a:path>
              </a:pathLst>
            </a:custGeom>
            <a:gradFill rotWithShape="true">
              <a:gsLst>
                <a:gs pos="0">
                  <a:srgbClr val="003060">
                    <a:alpha val="100000"/>
                  </a:srgbClr>
                </a:gs>
                <a:gs pos="100000">
                  <a:srgbClr val="003060">
                    <a:alpha val="0"/>
                  </a:srgbClr>
                </a:gs>
              </a:gsLst>
              <a:lin ang="5400000"/>
            </a:gradFill>
          </p:spPr>
        </p:sp>
        <p:sp>
          <p:nvSpPr>
            <p:cNvPr name="TextBox 8" id="8"/>
            <p:cNvSpPr txBox="true"/>
            <p:nvPr/>
          </p:nvSpPr>
          <p:spPr>
            <a:xfrm>
              <a:off x="0" y="-57150"/>
              <a:ext cx="800235" cy="1407895"/>
            </a:xfrm>
            <a:prstGeom prst="rect">
              <a:avLst/>
            </a:prstGeom>
          </p:spPr>
          <p:txBody>
            <a:bodyPr anchor="ctr" rtlCol="false" tIns="50800" lIns="50800" bIns="50800" rIns="50800"/>
            <a:lstStyle/>
            <a:p>
              <a:pPr algn="ctr">
                <a:lnSpc>
                  <a:spcPts val="3500"/>
                </a:lnSpc>
              </a:pPr>
            </a:p>
          </p:txBody>
        </p:sp>
      </p:grpSp>
      <p:grpSp>
        <p:nvGrpSpPr>
          <p:cNvPr name="Group 9" id="9"/>
          <p:cNvGrpSpPr/>
          <p:nvPr/>
        </p:nvGrpSpPr>
        <p:grpSpPr>
          <a:xfrm rot="0">
            <a:off x="1225454" y="2462403"/>
            <a:ext cx="2296638" cy="5128609"/>
            <a:chOff x="0" y="0"/>
            <a:chExt cx="555245" cy="1239914"/>
          </a:xfrm>
        </p:grpSpPr>
        <p:sp>
          <p:nvSpPr>
            <p:cNvPr name="Freeform 10" id="10"/>
            <p:cNvSpPr/>
            <p:nvPr/>
          </p:nvSpPr>
          <p:spPr>
            <a:xfrm flipH="false" flipV="false" rot="0">
              <a:off x="0" y="0"/>
              <a:ext cx="555245" cy="1239914"/>
            </a:xfrm>
            <a:custGeom>
              <a:avLst/>
              <a:gdLst/>
              <a:ahLst/>
              <a:cxnLst/>
              <a:rect r="r" b="b" t="t" l="l"/>
              <a:pathLst>
                <a:path h="1239914" w="555245">
                  <a:moveTo>
                    <a:pt x="0" y="0"/>
                  </a:moveTo>
                  <a:lnTo>
                    <a:pt x="555245" y="0"/>
                  </a:lnTo>
                  <a:lnTo>
                    <a:pt x="555245" y="1239914"/>
                  </a:lnTo>
                  <a:lnTo>
                    <a:pt x="0" y="1239914"/>
                  </a:lnTo>
                  <a:close/>
                </a:path>
              </a:pathLst>
            </a:custGeom>
            <a:blipFill>
              <a:blip r:embed="rId3"/>
              <a:stretch>
                <a:fillRect l="-224" t="0" r="-224" b="0"/>
              </a:stretch>
            </a:blipFill>
          </p:spPr>
        </p:sp>
      </p:grpSp>
      <p:sp>
        <p:nvSpPr>
          <p:cNvPr name="Freeform 11" id="11"/>
          <p:cNvSpPr/>
          <p:nvPr/>
        </p:nvSpPr>
        <p:spPr>
          <a:xfrm flipH="true" flipV="false" rot="0">
            <a:off x="15126022" y="1298027"/>
            <a:ext cx="1689934" cy="805023"/>
          </a:xfrm>
          <a:custGeom>
            <a:avLst/>
            <a:gdLst/>
            <a:ahLst/>
            <a:cxnLst/>
            <a:rect r="r" b="b" t="t" l="l"/>
            <a:pathLst>
              <a:path h="805023" w="1689934">
                <a:moveTo>
                  <a:pt x="1689933" y="0"/>
                </a:moveTo>
                <a:lnTo>
                  <a:pt x="0" y="0"/>
                </a:lnTo>
                <a:lnTo>
                  <a:pt x="0" y="805023"/>
                </a:lnTo>
                <a:lnTo>
                  <a:pt x="1689933" y="805023"/>
                </a:lnTo>
                <a:lnTo>
                  <a:pt x="168993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371287" y="478056"/>
            <a:ext cx="3150806" cy="1101289"/>
          </a:xfrm>
          <a:custGeom>
            <a:avLst/>
            <a:gdLst/>
            <a:ahLst/>
            <a:cxnLst/>
            <a:rect r="r" b="b" t="t" l="l"/>
            <a:pathLst>
              <a:path h="1101289" w="3150806">
                <a:moveTo>
                  <a:pt x="0" y="0"/>
                </a:moveTo>
                <a:lnTo>
                  <a:pt x="3150806" y="0"/>
                </a:lnTo>
                <a:lnTo>
                  <a:pt x="3150806" y="1101288"/>
                </a:lnTo>
                <a:lnTo>
                  <a:pt x="0" y="1101288"/>
                </a:lnTo>
                <a:lnTo>
                  <a:pt x="0" y="0"/>
                </a:lnTo>
                <a:close/>
              </a:path>
            </a:pathLst>
          </a:custGeom>
          <a:blipFill>
            <a:blip r:embed="rId6"/>
            <a:stretch>
              <a:fillRect l="0" t="0" r="0" b="0"/>
            </a:stretch>
          </a:blipFill>
        </p:spPr>
      </p:sp>
      <p:sp>
        <p:nvSpPr>
          <p:cNvPr name="TextBox 13" id="13"/>
          <p:cNvSpPr txBox="true"/>
          <p:nvPr/>
        </p:nvSpPr>
        <p:spPr>
          <a:xfrm rot="0">
            <a:off x="3805940" y="943015"/>
            <a:ext cx="10676121" cy="862425"/>
          </a:xfrm>
          <a:prstGeom prst="rect">
            <a:avLst/>
          </a:prstGeom>
        </p:spPr>
        <p:txBody>
          <a:bodyPr anchor="t" rtlCol="false" tIns="0" lIns="0" bIns="0" rIns="0">
            <a:spAutoFit/>
          </a:bodyPr>
          <a:lstStyle/>
          <a:p>
            <a:pPr algn="ctr">
              <a:lnSpc>
                <a:spcPts val="6499"/>
              </a:lnSpc>
            </a:pPr>
            <a:r>
              <a:rPr lang="en-US" b="true" sz="6700">
                <a:solidFill>
                  <a:srgbClr val="FFFFFF"/>
                </a:solidFill>
                <a:latin typeface="Garet Bold"/>
                <a:ea typeface="Garet Bold"/>
                <a:cs typeface="Garet Bold"/>
                <a:sym typeface="Garet Bold"/>
              </a:rPr>
              <a:t>LAYOUTING PHONE</a:t>
            </a:r>
          </a:p>
        </p:txBody>
      </p:sp>
      <p:grpSp>
        <p:nvGrpSpPr>
          <p:cNvPr name="Group 14" id="14"/>
          <p:cNvGrpSpPr/>
          <p:nvPr/>
        </p:nvGrpSpPr>
        <p:grpSpPr>
          <a:xfrm rot="0">
            <a:off x="6777344" y="2462403"/>
            <a:ext cx="3038394" cy="5128609"/>
            <a:chOff x="0" y="0"/>
            <a:chExt cx="800235" cy="1350745"/>
          </a:xfrm>
        </p:grpSpPr>
        <p:sp>
          <p:nvSpPr>
            <p:cNvPr name="Freeform 15" id="15"/>
            <p:cNvSpPr/>
            <p:nvPr/>
          </p:nvSpPr>
          <p:spPr>
            <a:xfrm flipH="false" flipV="false" rot="0">
              <a:off x="0" y="0"/>
              <a:ext cx="800235" cy="1350745"/>
            </a:xfrm>
            <a:custGeom>
              <a:avLst/>
              <a:gdLst/>
              <a:ahLst/>
              <a:cxnLst/>
              <a:rect r="r" b="b" t="t" l="l"/>
              <a:pathLst>
                <a:path h="1350745" w="800235">
                  <a:moveTo>
                    <a:pt x="0" y="0"/>
                  </a:moveTo>
                  <a:lnTo>
                    <a:pt x="800235" y="0"/>
                  </a:lnTo>
                  <a:lnTo>
                    <a:pt x="800235" y="1350745"/>
                  </a:lnTo>
                  <a:lnTo>
                    <a:pt x="0" y="1350745"/>
                  </a:lnTo>
                  <a:close/>
                </a:path>
              </a:pathLst>
            </a:custGeom>
            <a:gradFill rotWithShape="true">
              <a:gsLst>
                <a:gs pos="0">
                  <a:srgbClr val="003060">
                    <a:alpha val="100000"/>
                  </a:srgbClr>
                </a:gs>
                <a:gs pos="100000">
                  <a:srgbClr val="003060">
                    <a:alpha val="0"/>
                  </a:srgbClr>
                </a:gs>
              </a:gsLst>
              <a:lin ang="5400000"/>
            </a:gradFill>
          </p:spPr>
        </p:sp>
        <p:sp>
          <p:nvSpPr>
            <p:cNvPr name="TextBox 16" id="16"/>
            <p:cNvSpPr txBox="true"/>
            <p:nvPr/>
          </p:nvSpPr>
          <p:spPr>
            <a:xfrm>
              <a:off x="0" y="-57150"/>
              <a:ext cx="800235" cy="1407895"/>
            </a:xfrm>
            <a:prstGeom prst="rect">
              <a:avLst/>
            </a:prstGeom>
          </p:spPr>
          <p:txBody>
            <a:bodyPr anchor="ctr" rtlCol="false" tIns="50800" lIns="50800" bIns="50800" rIns="50800"/>
            <a:lstStyle/>
            <a:p>
              <a:pPr algn="ctr">
                <a:lnSpc>
                  <a:spcPts val="3500"/>
                </a:lnSpc>
              </a:pPr>
            </a:p>
          </p:txBody>
        </p:sp>
      </p:grpSp>
      <p:grpSp>
        <p:nvGrpSpPr>
          <p:cNvPr name="Group 17" id="17"/>
          <p:cNvGrpSpPr/>
          <p:nvPr/>
        </p:nvGrpSpPr>
        <p:grpSpPr>
          <a:xfrm rot="0">
            <a:off x="6777344" y="2462403"/>
            <a:ext cx="2296638" cy="5128609"/>
            <a:chOff x="0" y="0"/>
            <a:chExt cx="555245" cy="1239914"/>
          </a:xfrm>
        </p:grpSpPr>
        <p:sp>
          <p:nvSpPr>
            <p:cNvPr name="Freeform 18" id="18"/>
            <p:cNvSpPr/>
            <p:nvPr/>
          </p:nvSpPr>
          <p:spPr>
            <a:xfrm flipH="false" flipV="false" rot="0">
              <a:off x="0" y="0"/>
              <a:ext cx="555245" cy="1239914"/>
            </a:xfrm>
            <a:custGeom>
              <a:avLst/>
              <a:gdLst/>
              <a:ahLst/>
              <a:cxnLst/>
              <a:rect r="r" b="b" t="t" l="l"/>
              <a:pathLst>
                <a:path h="1239914" w="555245">
                  <a:moveTo>
                    <a:pt x="0" y="0"/>
                  </a:moveTo>
                  <a:lnTo>
                    <a:pt x="555245" y="0"/>
                  </a:lnTo>
                  <a:lnTo>
                    <a:pt x="555245" y="1239914"/>
                  </a:lnTo>
                  <a:lnTo>
                    <a:pt x="0" y="1239914"/>
                  </a:lnTo>
                  <a:close/>
                </a:path>
              </a:pathLst>
            </a:custGeom>
            <a:blipFill>
              <a:blip r:embed="rId7"/>
              <a:stretch>
                <a:fillRect l="-184" t="0" r="-184" b="0"/>
              </a:stretch>
            </a:blipFill>
          </p:spPr>
        </p:sp>
      </p:grpSp>
      <p:grpSp>
        <p:nvGrpSpPr>
          <p:cNvPr name="Group 19" id="19"/>
          <p:cNvGrpSpPr/>
          <p:nvPr/>
        </p:nvGrpSpPr>
        <p:grpSpPr>
          <a:xfrm rot="0">
            <a:off x="12456243" y="2462403"/>
            <a:ext cx="3038394" cy="5128609"/>
            <a:chOff x="0" y="0"/>
            <a:chExt cx="800235" cy="1350745"/>
          </a:xfrm>
        </p:grpSpPr>
        <p:sp>
          <p:nvSpPr>
            <p:cNvPr name="Freeform 20" id="20"/>
            <p:cNvSpPr/>
            <p:nvPr/>
          </p:nvSpPr>
          <p:spPr>
            <a:xfrm flipH="false" flipV="false" rot="0">
              <a:off x="0" y="0"/>
              <a:ext cx="800235" cy="1350745"/>
            </a:xfrm>
            <a:custGeom>
              <a:avLst/>
              <a:gdLst/>
              <a:ahLst/>
              <a:cxnLst/>
              <a:rect r="r" b="b" t="t" l="l"/>
              <a:pathLst>
                <a:path h="1350745" w="800235">
                  <a:moveTo>
                    <a:pt x="0" y="0"/>
                  </a:moveTo>
                  <a:lnTo>
                    <a:pt x="800235" y="0"/>
                  </a:lnTo>
                  <a:lnTo>
                    <a:pt x="800235" y="1350745"/>
                  </a:lnTo>
                  <a:lnTo>
                    <a:pt x="0" y="1350745"/>
                  </a:lnTo>
                  <a:close/>
                </a:path>
              </a:pathLst>
            </a:custGeom>
            <a:gradFill rotWithShape="true">
              <a:gsLst>
                <a:gs pos="0">
                  <a:srgbClr val="003060">
                    <a:alpha val="100000"/>
                  </a:srgbClr>
                </a:gs>
                <a:gs pos="100000">
                  <a:srgbClr val="003060">
                    <a:alpha val="0"/>
                  </a:srgbClr>
                </a:gs>
              </a:gsLst>
              <a:lin ang="5400000"/>
            </a:gradFill>
          </p:spPr>
        </p:sp>
        <p:sp>
          <p:nvSpPr>
            <p:cNvPr name="TextBox 21" id="21"/>
            <p:cNvSpPr txBox="true"/>
            <p:nvPr/>
          </p:nvSpPr>
          <p:spPr>
            <a:xfrm>
              <a:off x="0" y="-57150"/>
              <a:ext cx="800235" cy="1407895"/>
            </a:xfrm>
            <a:prstGeom prst="rect">
              <a:avLst/>
            </a:prstGeom>
          </p:spPr>
          <p:txBody>
            <a:bodyPr anchor="ctr" rtlCol="false" tIns="50800" lIns="50800" bIns="50800" rIns="50800"/>
            <a:lstStyle/>
            <a:p>
              <a:pPr algn="ctr">
                <a:lnSpc>
                  <a:spcPts val="3500"/>
                </a:lnSpc>
              </a:pPr>
            </a:p>
          </p:txBody>
        </p:sp>
      </p:grpSp>
      <p:grpSp>
        <p:nvGrpSpPr>
          <p:cNvPr name="Group 22" id="22"/>
          <p:cNvGrpSpPr/>
          <p:nvPr/>
        </p:nvGrpSpPr>
        <p:grpSpPr>
          <a:xfrm rot="0">
            <a:off x="12456243" y="2462403"/>
            <a:ext cx="2296638" cy="5128609"/>
            <a:chOff x="0" y="0"/>
            <a:chExt cx="555245" cy="1239914"/>
          </a:xfrm>
        </p:grpSpPr>
        <p:sp>
          <p:nvSpPr>
            <p:cNvPr name="Freeform 23" id="23"/>
            <p:cNvSpPr/>
            <p:nvPr/>
          </p:nvSpPr>
          <p:spPr>
            <a:xfrm flipH="false" flipV="false" rot="0">
              <a:off x="0" y="0"/>
              <a:ext cx="555245" cy="1239914"/>
            </a:xfrm>
            <a:custGeom>
              <a:avLst/>
              <a:gdLst/>
              <a:ahLst/>
              <a:cxnLst/>
              <a:rect r="r" b="b" t="t" l="l"/>
              <a:pathLst>
                <a:path h="1239914" w="555245">
                  <a:moveTo>
                    <a:pt x="0" y="0"/>
                  </a:moveTo>
                  <a:lnTo>
                    <a:pt x="555245" y="0"/>
                  </a:lnTo>
                  <a:lnTo>
                    <a:pt x="555245" y="1239914"/>
                  </a:lnTo>
                  <a:lnTo>
                    <a:pt x="0" y="1239914"/>
                  </a:lnTo>
                  <a:close/>
                </a:path>
              </a:pathLst>
            </a:custGeom>
            <a:blipFill>
              <a:blip r:embed="rId8"/>
              <a:stretch>
                <a:fillRect l="-697" t="0" r="-697" b="0"/>
              </a:stretch>
            </a:blipFill>
          </p:spPr>
        </p:sp>
      </p:grpSp>
      <p:sp>
        <p:nvSpPr>
          <p:cNvPr name="TextBox 24" id="24"/>
          <p:cNvSpPr txBox="true"/>
          <p:nvPr/>
        </p:nvSpPr>
        <p:spPr>
          <a:xfrm rot="0">
            <a:off x="95887" y="7977406"/>
            <a:ext cx="4873869" cy="2111374"/>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Tampilan mobile t</a:t>
            </a:r>
            <a:r>
              <a:rPr lang="en-US" sz="2000">
                <a:solidFill>
                  <a:srgbClr val="000000"/>
                </a:solidFill>
                <a:latin typeface="Open Sans"/>
                <a:ea typeface="Open Sans"/>
                <a:cs typeface="Open Sans"/>
                <a:sym typeface="Open Sans"/>
              </a:rPr>
              <a:t>erdiri dari header, hero section, layanan unggulan, logo klien, dan footer. Desain menggunakan layout satu kolom agar informasi mudah dibaca dan nyaman digunakan pada smartphone.</a:t>
            </a:r>
          </a:p>
        </p:txBody>
      </p:sp>
      <p:sp>
        <p:nvSpPr>
          <p:cNvPr name="TextBox 25" id="25"/>
          <p:cNvSpPr txBox="true"/>
          <p:nvPr/>
        </p:nvSpPr>
        <p:spPr>
          <a:xfrm rot="0">
            <a:off x="5624378" y="7977406"/>
            <a:ext cx="5015089" cy="2111374"/>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Tampilan mobile ter</a:t>
            </a:r>
            <a:r>
              <a:rPr lang="en-US" sz="2000">
                <a:solidFill>
                  <a:srgbClr val="000000"/>
                </a:solidFill>
                <a:latin typeface="Open Sans"/>
                <a:ea typeface="Open Sans"/>
                <a:cs typeface="Open Sans"/>
                <a:sym typeface="Open Sans"/>
              </a:rPr>
              <a:t>diri dari header, kategori layanan, daftar layanan, paket harga, dan footer. Desain menggunakan layout satu kolom sehingga layanan dan paket dapat dilihat dengan mudah pada layar smartphone.</a:t>
            </a:r>
          </a:p>
        </p:txBody>
      </p:sp>
      <p:sp>
        <p:nvSpPr>
          <p:cNvPr name="TextBox 26" id="26"/>
          <p:cNvSpPr txBox="true"/>
          <p:nvPr/>
        </p:nvSpPr>
        <p:spPr>
          <a:xfrm rot="0">
            <a:off x="11220760" y="7977406"/>
            <a:ext cx="5509360" cy="2111374"/>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Tampilan mobile terdiri </a:t>
            </a:r>
            <a:r>
              <a:rPr lang="en-US" sz="2000">
                <a:solidFill>
                  <a:srgbClr val="000000"/>
                </a:solidFill>
                <a:latin typeface="Open Sans"/>
                <a:ea typeface="Open Sans"/>
                <a:cs typeface="Open Sans"/>
                <a:sym typeface="Open Sans"/>
              </a:rPr>
              <a:t>dari header, formulir kontak, informasi kontak, peta lokasi, dan footer. Desain menggunakan layout satu kolom sehingga pengguna dapat mengisi formulir dan melihat informasi kontak dengan mudah melalui smartphone.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6349318" y="5019804"/>
            <a:ext cx="5590037" cy="3086100"/>
            <a:chOff x="0" y="0"/>
            <a:chExt cx="1472273" cy="812800"/>
          </a:xfrm>
        </p:grpSpPr>
        <p:sp>
          <p:nvSpPr>
            <p:cNvPr name="Freeform 4" id="4"/>
            <p:cNvSpPr/>
            <p:nvPr/>
          </p:nvSpPr>
          <p:spPr>
            <a:xfrm flipH="false" flipV="false" rot="0">
              <a:off x="0" y="0"/>
              <a:ext cx="1472273" cy="812800"/>
            </a:xfrm>
            <a:custGeom>
              <a:avLst/>
              <a:gdLst/>
              <a:ahLst/>
              <a:cxnLst/>
              <a:rect r="r" b="b" t="t" l="l"/>
              <a:pathLst>
                <a:path h="812800" w="1472273">
                  <a:moveTo>
                    <a:pt x="1392855" y="0"/>
                  </a:moveTo>
                  <a:lnTo>
                    <a:pt x="79418" y="0"/>
                  </a:lnTo>
                  <a:cubicBezTo>
                    <a:pt x="79418" y="43699"/>
                    <a:pt x="44079" y="79418"/>
                    <a:pt x="0" y="79418"/>
                  </a:cubicBezTo>
                  <a:lnTo>
                    <a:pt x="0" y="733382"/>
                  </a:lnTo>
                  <a:cubicBezTo>
                    <a:pt x="43699" y="733382"/>
                    <a:pt x="79418" y="768721"/>
                    <a:pt x="79418" y="812800"/>
                  </a:cubicBezTo>
                  <a:lnTo>
                    <a:pt x="1392855" y="812800"/>
                  </a:lnTo>
                  <a:cubicBezTo>
                    <a:pt x="1392855" y="769101"/>
                    <a:pt x="1428194" y="733382"/>
                    <a:pt x="1472273" y="733382"/>
                  </a:cubicBezTo>
                  <a:lnTo>
                    <a:pt x="1472273" y="79418"/>
                  </a:lnTo>
                  <a:cubicBezTo>
                    <a:pt x="1428574" y="79418"/>
                    <a:pt x="1392855" y="44079"/>
                    <a:pt x="1392855" y="0"/>
                  </a:cubicBezTo>
                  <a:close/>
                </a:path>
              </a:pathLst>
            </a:custGeom>
            <a:solidFill>
              <a:srgbClr val="2664EB"/>
            </a:solidFill>
          </p:spPr>
        </p:sp>
        <p:sp>
          <p:nvSpPr>
            <p:cNvPr name="TextBox 5" id="5"/>
            <p:cNvSpPr txBox="true"/>
            <p:nvPr/>
          </p:nvSpPr>
          <p:spPr>
            <a:xfrm>
              <a:off x="38100" y="0"/>
              <a:ext cx="1396073" cy="774700"/>
            </a:xfrm>
            <a:prstGeom prst="rect">
              <a:avLst/>
            </a:prstGeom>
          </p:spPr>
          <p:txBody>
            <a:bodyPr anchor="ctr" rtlCol="false" tIns="50800" lIns="50800" bIns="50800" rIns="50800"/>
            <a:lstStyle/>
            <a:p>
              <a:pPr algn="ctr" marL="0" indent="0" lvl="0">
                <a:lnSpc>
                  <a:spcPts val="3080"/>
                </a:lnSpc>
              </a:pPr>
            </a:p>
          </p:txBody>
        </p:sp>
      </p:grpSp>
      <p:grpSp>
        <p:nvGrpSpPr>
          <p:cNvPr name="Group 6" id="6"/>
          <p:cNvGrpSpPr/>
          <p:nvPr/>
        </p:nvGrpSpPr>
        <p:grpSpPr>
          <a:xfrm rot="0">
            <a:off x="549059" y="5019804"/>
            <a:ext cx="5590037" cy="3086100"/>
            <a:chOff x="0" y="0"/>
            <a:chExt cx="1472273" cy="812800"/>
          </a:xfrm>
        </p:grpSpPr>
        <p:sp>
          <p:nvSpPr>
            <p:cNvPr name="Freeform 7" id="7"/>
            <p:cNvSpPr/>
            <p:nvPr/>
          </p:nvSpPr>
          <p:spPr>
            <a:xfrm flipH="false" flipV="false" rot="0">
              <a:off x="0" y="0"/>
              <a:ext cx="1472273" cy="812800"/>
            </a:xfrm>
            <a:custGeom>
              <a:avLst/>
              <a:gdLst/>
              <a:ahLst/>
              <a:cxnLst/>
              <a:rect r="r" b="b" t="t" l="l"/>
              <a:pathLst>
                <a:path h="812800" w="1472273">
                  <a:moveTo>
                    <a:pt x="1392855" y="0"/>
                  </a:moveTo>
                  <a:lnTo>
                    <a:pt x="79418" y="0"/>
                  </a:lnTo>
                  <a:cubicBezTo>
                    <a:pt x="79418" y="43699"/>
                    <a:pt x="44079" y="79418"/>
                    <a:pt x="0" y="79418"/>
                  </a:cubicBezTo>
                  <a:lnTo>
                    <a:pt x="0" y="733382"/>
                  </a:lnTo>
                  <a:cubicBezTo>
                    <a:pt x="43699" y="733382"/>
                    <a:pt x="79418" y="768721"/>
                    <a:pt x="79418" y="812800"/>
                  </a:cubicBezTo>
                  <a:lnTo>
                    <a:pt x="1392855" y="812800"/>
                  </a:lnTo>
                  <a:cubicBezTo>
                    <a:pt x="1392855" y="769101"/>
                    <a:pt x="1428194" y="733382"/>
                    <a:pt x="1472273" y="733382"/>
                  </a:cubicBezTo>
                  <a:lnTo>
                    <a:pt x="1472273" y="79418"/>
                  </a:lnTo>
                  <a:cubicBezTo>
                    <a:pt x="1428574" y="79418"/>
                    <a:pt x="1392855" y="44079"/>
                    <a:pt x="1392855" y="0"/>
                  </a:cubicBezTo>
                  <a:close/>
                </a:path>
              </a:pathLst>
            </a:custGeom>
            <a:solidFill>
              <a:srgbClr val="2664EB"/>
            </a:solidFill>
          </p:spPr>
        </p:sp>
        <p:sp>
          <p:nvSpPr>
            <p:cNvPr name="TextBox 8" id="8"/>
            <p:cNvSpPr txBox="true"/>
            <p:nvPr/>
          </p:nvSpPr>
          <p:spPr>
            <a:xfrm>
              <a:off x="38100" y="0"/>
              <a:ext cx="1396073" cy="774700"/>
            </a:xfrm>
            <a:prstGeom prst="rect">
              <a:avLst/>
            </a:prstGeom>
          </p:spPr>
          <p:txBody>
            <a:bodyPr anchor="ctr" rtlCol="false" tIns="50800" lIns="50800" bIns="50800" rIns="50800"/>
            <a:lstStyle/>
            <a:p>
              <a:pPr algn="ctr" marL="0" indent="0" lvl="0">
                <a:lnSpc>
                  <a:spcPts val="3080"/>
                </a:lnSpc>
              </a:pPr>
            </a:p>
          </p:txBody>
        </p:sp>
      </p:grpSp>
      <p:grpSp>
        <p:nvGrpSpPr>
          <p:cNvPr name="Group 9" id="9"/>
          <p:cNvGrpSpPr/>
          <p:nvPr/>
        </p:nvGrpSpPr>
        <p:grpSpPr>
          <a:xfrm rot="0">
            <a:off x="12148904" y="5019804"/>
            <a:ext cx="5590037" cy="3086100"/>
            <a:chOff x="0" y="0"/>
            <a:chExt cx="1472273" cy="812800"/>
          </a:xfrm>
        </p:grpSpPr>
        <p:sp>
          <p:nvSpPr>
            <p:cNvPr name="Freeform 10" id="10"/>
            <p:cNvSpPr/>
            <p:nvPr/>
          </p:nvSpPr>
          <p:spPr>
            <a:xfrm flipH="false" flipV="false" rot="0">
              <a:off x="0" y="0"/>
              <a:ext cx="1472273" cy="812800"/>
            </a:xfrm>
            <a:custGeom>
              <a:avLst/>
              <a:gdLst/>
              <a:ahLst/>
              <a:cxnLst/>
              <a:rect r="r" b="b" t="t" l="l"/>
              <a:pathLst>
                <a:path h="812800" w="1472273">
                  <a:moveTo>
                    <a:pt x="1392855" y="0"/>
                  </a:moveTo>
                  <a:lnTo>
                    <a:pt x="79418" y="0"/>
                  </a:lnTo>
                  <a:cubicBezTo>
                    <a:pt x="79418" y="43699"/>
                    <a:pt x="44079" y="79418"/>
                    <a:pt x="0" y="79418"/>
                  </a:cubicBezTo>
                  <a:lnTo>
                    <a:pt x="0" y="733382"/>
                  </a:lnTo>
                  <a:cubicBezTo>
                    <a:pt x="43699" y="733382"/>
                    <a:pt x="79418" y="768721"/>
                    <a:pt x="79418" y="812800"/>
                  </a:cubicBezTo>
                  <a:lnTo>
                    <a:pt x="1392855" y="812800"/>
                  </a:lnTo>
                  <a:cubicBezTo>
                    <a:pt x="1392855" y="769101"/>
                    <a:pt x="1428194" y="733382"/>
                    <a:pt x="1472273" y="733382"/>
                  </a:cubicBezTo>
                  <a:lnTo>
                    <a:pt x="1472273" y="79418"/>
                  </a:lnTo>
                  <a:cubicBezTo>
                    <a:pt x="1428574" y="79418"/>
                    <a:pt x="1392855" y="44079"/>
                    <a:pt x="1392855" y="0"/>
                  </a:cubicBezTo>
                  <a:close/>
                </a:path>
              </a:pathLst>
            </a:custGeom>
            <a:solidFill>
              <a:srgbClr val="2664EB"/>
            </a:solidFill>
          </p:spPr>
        </p:sp>
        <p:sp>
          <p:nvSpPr>
            <p:cNvPr name="TextBox 11" id="11"/>
            <p:cNvSpPr txBox="true"/>
            <p:nvPr/>
          </p:nvSpPr>
          <p:spPr>
            <a:xfrm>
              <a:off x="38100" y="0"/>
              <a:ext cx="1396073" cy="774700"/>
            </a:xfrm>
            <a:prstGeom prst="rect">
              <a:avLst/>
            </a:prstGeom>
          </p:spPr>
          <p:txBody>
            <a:bodyPr anchor="ctr" rtlCol="false" tIns="50800" lIns="50800" bIns="50800" rIns="50800"/>
            <a:lstStyle/>
            <a:p>
              <a:pPr algn="ctr" marL="0" indent="0" lvl="0">
                <a:lnSpc>
                  <a:spcPts val="3080"/>
                </a:lnSpc>
              </a:pPr>
            </a:p>
          </p:txBody>
        </p:sp>
      </p:grpSp>
      <p:grpSp>
        <p:nvGrpSpPr>
          <p:cNvPr name="Group 12" id="12"/>
          <p:cNvGrpSpPr/>
          <p:nvPr/>
        </p:nvGrpSpPr>
        <p:grpSpPr>
          <a:xfrm rot="0">
            <a:off x="-2013711" y="9874554"/>
            <a:ext cx="9010505" cy="824891"/>
            <a:chOff x="0" y="0"/>
            <a:chExt cx="2373137" cy="217255"/>
          </a:xfrm>
        </p:grpSpPr>
        <p:sp>
          <p:nvSpPr>
            <p:cNvPr name="Freeform 13" id="13"/>
            <p:cNvSpPr/>
            <p:nvPr/>
          </p:nvSpPr>
          <p:spPr>
            <a:xfrm flipH="false" flipV="false" rot="0">
              <a:off x="0" y="0"/>
              <a:ext cx="2373137" cy="217255"/>
            </a:xfrm>
            <a:custGeom>
              <a:avLst/>
              <a:gdLst/>
              <a:ahLst/>
              <a:cxnLst/>
              <a:rect r="r" b="b" t="t" l="l"/>
              <a:pathLst>
                <a:path h="217255" w="2373137">
                  <a:moveTo>
                    <a:pt x="2169937" y="0"/>
                  </a:moveTo>
                  <a:lnTo>
                    <a:pt x="0" y="0"/>
                  </a:lnTo>
                  <a:lnTo>
                    <a:pt x="203200" y="217255"/>
                  </a:lnTo>
                  <a:lnTo>
                    <a:pt x="2373137" y="217255"/>
                  </a:lnTo>
                  <a:lnTo>
                    <a:pt x="2169937" y="0"/>
                  </a:lnTo>
                  <a:close/>
                </a:path>
              </a:pathLst>
            </a:custGeom>
            <a:gradFill rotWithShape="true">
              <a:gsLst>
                <a:gs pos="0">
                  <a:srgbClr val="1800AD">
                    <a:alpha val="100000"/>
                  </a:srgbClr>
                </a:gs>
                <a:gs pos="100000">
                  <a:srgbClr val="040268">
                    <a:alpha val="100000"/>
                  </a:srgbClr>
                </a:gs>
              </a:gsLst>
              <a:lin ang="0"/>
            </a:gradFill>
          </p:spPr>
        </p:sp>
        <p:sp>
          <p:nvSpPr>
            <p:cNvPr name="TextBox 14" id="14"/>
            <p:cNvSpPr txBox="true"/>
            <p:nvPr/>
          </p:nvSpPr>
          <p:spPr>
            <a:xfrm>
              <a:off x="101600" y="-38100"/>
              <a:ext cx="2169937" cy="255355"/>
            </a:xfrm>
            <a:prstGeom prst="rect">
              <a:avLst/>
            </a:prstGeom>
          </p:spPr>
          <p:txBody>
            <a:bodyPr anchor="ctr" rtlCol="false" tIns="50800" lIns="50800" bIns="50800" rIns="50800"/>
            <a:lstStyle/>
            <a:p>
              <a:pPr algn="ctr" marL="0" indent="0" lvl="0">
                <a:lnSpc>
                  <a:spcPts val="3080"/>
                </a:lnSpc>
              </a:pPr>
            </a:p>
          </p:txBody>
        </p:sp>
      </p:grpSp>
      <p:grpSp>
        <p:nvGrpSpPr>
          <p:cNvPr name="Group 15" id="15"/>
          <p:cNvGrpSpPr/>
          <p:nvPr/>
        </p:nvGrpSpPr>
        <p:grpSpPr>
          <a:xfrm rot="0">
            <a:off x="11797593" y="-412446"/>
            <a:ext cx="9010505" cy="824891"/>
            <a:chOff x="0" y="0"/>
            <a:chExt cx="2373137" cy="217255"/>
          </a:xfrm>
        </p:grpSpPr>
        <p:sp>
          <p:nvSpPr>
            <p:cNvPr name="Freeform 16" id="16"/>
            <p:cNvSpPr/>
            <p:nvPr/>
          </p:nvSpPr>
          <p:spPr>
            <a:xfrm flipH="false" flipV="false" rot="0">
              <a:off x="0" y="0"/>
              <a:ext cx="2373137" cy="217255"/>
            </a:xfrm>
            <a:custGeom>
              <a:avLst/>
              <a:gdLst/>
              <a:ahLst/>
              <a:cxnLst/>
              <a:rect r="r" b="b" t="t" l="l"/>
              <a:pathLst>
                <a:path h="217255" w="2373137">
                  <a:moveTo>
                    <a:pt x="2169937" y="0"/>
                  </a:moveTo>
                  <a:lnTo>
                    <a:pt x="0" y="0"/>
                  </a:lnTo>
                  <a:lnTo>
                    <a:pt x="203200" y="217255"/>
                  </a:lnTo>
                  <a:lnTo>
                    <a:pt x="2373137" y="217255"/>
                  </a:lnTo>
                  <a:lnTo>
                    <a:pt x="2169937" y="0"/>
                  </a:lnTo>
                  <a:close/>
                </a:path>
              </a:pathLst>
            </a:custGeom>
            <a:gradFill rotWithShape="true">
              <a:gsLst>
                <a:gs pos="0">
                  <a:srgbClr val="1800AD">
                    <a:alpha val="100000"/>
                  </a:srgbClr>
                </a:gs>
                <a:gs pos="100000">
                  <a:srgbClr val="040268">
                    <a:alpha val="100000"/>
                  </a:srgbClr>
                </a:gs>
              </a:gsLst>
              <a:lin ang="0"/>
            </a:gradFill>
          </p:spPr>
        </p:sp>
        <p:sp>
          <p:nvSpPr>
            <p:cNvPr name="TextBox 17" id="17"/>
            <p:cNvSpPr txBox="true"/>
            <p:nvPr/>
          </p:nvSpPr>
          <p:spPr>
            <a:xfrm>
              <a:off x="101600" y="-38100"/>
              <a:ext cx="2169937" cy="255355"/>
            </a:xfrm>
            <a:prstGeom prst="rect">
              <a:avLst/>
            </a:prstGeom>
          </p:spPr>
          <p:txBody>
            <a:bodyPr anchor="ctr" rtlCol="false" tIns="50800" lIns="50800" bIns="50800" rIns="50800"/>
            <a:lstStyle/>
            <a:p>
              <a:pPr algn="ctr" marL="0" indent="0" lvl="0">
                <a:lnSpc>
                  <a:spcPts val="3080"/>
                </a:lnSpc>
              </a:pPr>
            </a:p>
          </p:txBody>
        </p:sp>
      </p:grpSp>
      <p:sp>
        <p:nvSpPr>
          <p:cNvPr name="Freeform 18" id="18"/>
          <p:cNvSpPr/>
          <p:nvPr/>
        </p:nvSpPr>
        <p:spPr>
          <a:xfrm flipH="false" flipV="false" rot="0">
            <a:off x="1636303" y="1197754"/>
            <a:ext cx="2501442" cy="1105182"/>
          </a:xfrm>
          <a:custGeom>
            <a:avLst/>
            <a:gdLst/>
            <a:ahLst/>
            <a:cxnLst/>
            <a:rect r="r" b="b" t="t" l="l"/>
            <a:pathLst>
              <a:path h="1105182" w="2501442">
                <a:moveTo>
                  <a:pt x="0" y="0"/>
                </a:moveTo>
                <a:lnTo>
                  <a:pt x="2501442" y="0"/>
                </a:lnTo>
                <a:lnTo>
                  <a:pt x="2501442" y="1105182"/>
                </a:lnTo>
                <a:lnTo>
                  <a:pt x="0" y="11051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true" flipV="false" rot="0">
            <a:off x="13954800" y="3628387"/>
            <a:ext cx="3136665" cy="698559"/>
          </a:xfrm>
          <a:custGeom>
            <a:avLst/>
            <a:gdLst/>
            <a:ahLst/>
            <a:cxnLst/>
            <a:rect r="r" b="b" t="t" l="l"/>
            <a:pathLst>
              <a:path h="698559" w="3136665">
                <a:moveTo>
                  <a:pt x="3136665" y="0"/>
                </a:moveTo>
                <a:lnTo>
                  <a:pt x="0" y="0"/>
                </a:lnTo>
                <a:lnTo>
                  <a:pt x="0" y="698559"/>
                </a:lnTo>
                <a:lnTo>
                  <a:pt x="3136665" y="698559"/>
                </a:lnTo>
                <a:lnTo>
                  <a:pt x="313666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0" id="20"/>
          <p:cNvSpPr txBox="true"/>
          <p:nvPr/>
        </p:nvSpPr>
        <p:spPr>
          <a:xfrm rot="0">
            <a:off x="4682859" y="880756"/>
            <a:ext cx="8922281" cy="2287699"/>
          </a:xfrm>
          <a:prstGeom prst="rect">
            <a:avLst/>
          </a:prstGeom>
        </p:spPr>
        <p:txBody>
          <a:bodyPr anchor="t" rtlCol="false" tIns="0" lIns="0" bIns="0" rIns="0">
            <a:spAutoFit/>
          </a:bodyPr>
          <a:lstStyle/>
          <a:p>
            <a:pPr algn="ctr" marL="0" indent="0" lvl="0">
              <a:lnSpc>
                <a:spcPts val="8454"/>
              </a:lnSpc>
            </a:pPr>
            <a:r>
              <a:rPr lang="en-US" b="true" sz="8993">
                <a:solidFill>
                  <a:srgbClr val="2664EB"/>
                </a:solidFill>
                <a:latin typeface="Poppins Bold"/>
                <a:ea typeface="Poppins Bold"/>
                <a:cs typeface="Poppins Bold"/>
                <a:sym typeface="Poppins Bold"/>
              </a:rPr>
              <a:t>CONTENT STRATEGY</a:t>
            </a:r>
          </a:p>
        </p:txBody>
      </p:sp>
      <p:sp>
        <p:nvSpPr>
          <p:cNvPr name="TextBox 21" id="21"/>
          <p:cNvSpPr txBox="true"/>
          <p:nvPr/>
        </p:nvSpPr>
        <p:spPr>
          <a:xfrm rot="0">
            <a:off x="6730123" y="5874433"/>
            <a:ext cx="4828425" cy="1878337"/>
          </a:xfrm>
          <a:prstGeom prst="rect">
            <a:avLst/>
          </a:prstGeom>
        </p:spPr>
        <p:txBody>
          <a:bodyPr anchor="t" rtlCol="false" tIns="0" lIns="0" bIns="0" rIns="0">
            <a:spAutoFit/>
          </a:bodyPr>
          <a:lstStyle/>
          <a:p>
            <a:pPr algn="ctr" marL="0" indent="0" lvl="0">
              <a:lnSpc>
                <a:spcPts val="2519"/>
              </a:lnSpc>
            </a:pPr>
            <a:r>
              <a:rPr lang="en-US" b="true" sz="1799">
                <a:solidFill>
                  <a:srgbClr val="FFFFFF"/>
                </a:solidFill>
                <a:latin typeface="Montserrat Medium"/>
                <a:ea typeface="Montserrat Medium"/>
                <a:cs typeface="Montserrat Medium"/>
                <a:sym typeface="Montserrat Medium"/>
              </a:rPr>
              <a:t>P</a:t>
            </a:r>
            <a:r>
              <a:rPr lang="en-US" b="true" sz="1799">
                <a:solidFill>
                  <a:srgbClr val="FFFFFF"/>
                </a:solidFill>
                <a:latin typeface="Montserrat Medium"/>
                <a:ea typeface="Montserrat Medium"/>
                <a:cs typeface="Montserrat Medium"/>
                <a:sym typeface="Montserrat Medium"/>
              </a:rPr>
              <a:t>engguna dapat mempelajari layanan yang tersedia melalui halaman layanan. Statistik perusahaan, paket harga, dan testimoni digunakan untuk meningkatkan kepercayaan terhadap perusahaan.</a:t>
            </a:r>
          </a:p>
        </p:txBody>
      </p:sp>
      <p:sp>
        <p:nvSpPr>
          <p:cNvPr name="TextBox 22" id="22"/>
          <p:cNvSpPr txBox="true"/>
          <p:nvPr/>
        </p:nvSpPr>
        <p:spPr>
          <a:xfrm rot="0">
            <a:off x="929864" y="5874433"/>
            <a:ext cx="4828425" cy="1878337"/>
          </a:xfrm>
          <a:prstGeom prst="rect">
            <a:avLst/>
          </a:prstGeom>
        </p:spPr>
        <p:txBody>
          <a:bodyPr anchor="t" rtlCol="false" tIns="0" lIns="0" bIns="0" rIns="0">
            <a:spAutoFit/>
          </a:bodyPr>
          <a:lstStyle/>
          <a:p>
            <a:pPr algn="ctr" marL="0" indent="0" lvl="0">
              <a:lnSpc>
                <a:spcPts val="2519"/>
              </a:lnSpc>
            </a:pPr>
            <a:r>
              <a:rPr lang="en-US" b="true" sz="1799">
                <a:solidFill>
                  <a:srgbClr val="FFFFFF"/>
                </a:solidFill>
                <a:latin typeface="Montserrat Medium"/>
                <a:ea typeface="Montserrat Medium"/>
                <a:cs typeface="Montserrat Medium"/>
                <a:sym typeface="Montserrat Medium"/>
              </a:rPr>
              <a:t>W</a:t>
            </a:r>
            <a:r>
              <a:rPr lang="en-US" b="true" sz="1799">
                <a:solidFill>
                  <a:srgbClr val="FFFFFF"/>
                </a:solidFill>
                <a:latin typeface="Montserrat Medium"/>
                <a:ea typeface="Montserrat Medium"/>
                <a:cs typeface="Montserrat Medium"/>
                <a:sym typeface="Montserrat Medium"/>
              </a:rPr>
              <a:t>ebsite diawali dengan halaman beranda yang memperkenalkan NexaLab sebagai IT Agency. Informasi utama ditampilkan secara ringkas untuk membantu pengguna memahami identitas dan tujuan perusahaan.</a:t>
            </a:r>
          </a:p>
        </p:txBody>
      </p:sp>
      <p:sp>
        <p:nvSpPr>
          <p:cNvPr name="TextBox 23" id="23"/>
          <p:cNvSpPr txBox="true"/>
          <p:nvPr/>
        </p:nvSpPr>
        <p:spPr>
          <a:xfrm rot="0">
            <a:off x="12529710" y="6031596"/>
            <a:ext cx="4828425" cy="1564012"/>
          </a:xfrm>
          <a:prstGeom prst="rect">
            <a:avLst/>
          </a:prstGeom>
        </p:spPr>
        <p:txBody>
          <a:bodyPr anchor="t" rtlCol="false" tIns="0" lIns="0" bIns="0" rIns="0">
            <a:spAutoFit/>
          </a:bodyPr>
          <a:lstStyle/>
          <a:p>
            <a:pPr algn="ctr" marL="0" indent="0" lvl="0">
              <a:lnSpc>
                <a:spcPts val="2519"/>
              </a:lnSpc>
            </a:pPr>
            <a:r>
              <a:rPr lang="en-US" b="true" sz="1799">
                <a:solidFill>
                  <a:srgbClr val="FFFFFF"/>
                </a:solidFill>
                <a:latin typeface="Montserrat Medium"/>
                <a:ea typeface="Montserrat Medium"/>
                <a:cs typeface="Montserrat Medium"/>
                <a:sym typeface="Montserrat Medium"/>
              </a:rPr>
              <a:t>Halam</a:t>
            </a:r>
            <a:r>
              <a:rPr lang="en-US" b="true" sz="1799">
                <a:solidFill>
                  <a:srgbClr val="FFFFFF"/>
                </a:solidFill>
                <a:latin typeface="Montserrat Medium"/>
                <a:ea typeface="Montserrat Medium"/>
                <a:cs typeface="Montserrat Medium"/>
                <a:sym typeface="Montserrat Medium"/>
              </a:rPr>
              <a:t>an kontak menyediakan informasi perusahaan dan form komunikasi yang memudahkan calon klien mengajukan pertanyaan maupun kebutuhan proyek secara langsung.</a:t>
            </a:r>
          </a:p>
        </p:txBody>
      </p:sp>
      <p:sp>
        <p:nvSpPr>
          <p:cNvPr name="TextBox 24" id="24"/>
          <p:cNvSpPr txBox="true"/>
          <p:nvPr/>
        </p:nvSpPr>
        <p:spPr>
          <a:xfrm rot="0">
            <a:off x="6996794" y="5284836"/>
            <a:ext cx="4295084" cy="372784"/>
          </a:xfrm>
          <a:prstGeom prst="rect">
            <a:avLst/>
          </a:prstGeom>
        </p:spPr>
        <p:txBody>
          <a:bodyPr anchor="t" rtlCol="false" tIns="0" lIns="0" bIns="0" rIns="0">
            <a:spAutoFit/>
          </a:bodyPr>
          <a:lstStyle/>
          <a:p>
            <a:pPr algn="ctr" marL="0" indent="0" lvl="0">
              <a:lnSpc>
                <a:spcPts val="3077"/>
              </a:lnSpc>
            </a:pPr>
            <a:r>
              <a:rPr lang="en-US" b="true" sz="2198">
                <a:solidFill>
                  <a:srgbClr val="FFFFFF"/>
                </a:solidFill>
                <a:latin typeface="Montserrat Semi-Bold"/>
                <a:ea typeface="Montserrat Semi-Bold"/>
                <a:cs typeface="Montserrat Semi-Bold"/>
                <a:sym typeface="Montserrat Semi-Bold"/>
              </a:rPr>
              <a:t>LAYANAN DAN KREDIBILITAS</a:t>
            </a:r>
          </a:p>
        </p:txBody>
      </p:sp>
      <p:sp>
        <p:nvSpPr>
          <p:cNvPr name="TextBox 25" id="25"/>
          <p:cNvSpPr txBox="true"/>
          <p:nvPr/>
        </p:nvSpPr>
        <p:spPr>
          <a:xfrm rot="0">
            <a:off x="1416195" y="5284836"/>
            <a:ext cx="3855764" cy="372784"/>
          </a:xfrm>
          <a:prstGeom prst="rect">
            <a:avLst/>
          </a:prstGeom>
        </p:spPr>
        <p:txBody>
          <a:bodyPr anchor="t" rtlCol="false" tIns="0" lIns="0" bIns="0" rIns="0">
            <a:spAutoFit/>
          </a:bodyPr>
          <a:lstStyle/>
          <a:p>
            <a:pPr algn="ctr" marL="0" indent="0" lvl="0">
              <a:lnSpc>
                <a:spcPts val="3077"/>
              </a:lnSpc>
            </a:pPr>
            <a:r>
              <a:rPr lang="en-US" b="true" sz="2198">
                <a:solidFill>
                  <a:srgbClr val="FFFFFF"/>
                </a:solidFill>
                <a:latin typeface="Montserrat Semi-Bold"/>
                <a:ea typeface="Montserrat Semi-Bold"/>
                <a:cs typeface="Montserrat Semi-Bold"/>
                <a:sym typeface="Montserrat Semi-Bold"/>
              </a:rPr>
              <a:t>INFORMASI PERUSAHAAN</a:t>
            </a:r>
          </a:p>
        </p:txBody>
      </p:sp>
      <p:sp>
        <p:nvSpPr>
          <p:cNvPr name="TextBox 26" id="26"/>
          <p:cNvSpPr txBox="true"/>
          <p:nvPr/>
        </p:nvSpPr>
        <p:spPr>
          <a:xfrm rot="0">
            <a:off x="12796604" y="5284836"/>
            <a:ext cx="4295084" cy="372784"/>
          </a:xfrm>
          <a:prstGeom prst="rect">
            <a:avLst/>
          </a:prstGeom>
        </p:spPr>
        <p:txBody>
          <a:bodyPr anchor="t" rtlCol="false" tIns="0" lIns="0" bIns="0" rIns="0">
            <a:spAutoFit/>
          </a:bodyPr>
          <a:lstStyle/>
          <a:p>
            <a:pPr algn="ctr" marL="0" indent="0" lvl="0">
              <a:lnSpc>
                <a:spcPts val="3077"/>
              </a:lnSpc>
            </a:pPr>
            <a:r>
              <a:rPr lang="en-US" b="true" sz="2198">
                <a:solidFill>
                  <a:srgbClr val="FFFFFF"/>
                </a:solidFill>
                <a:latin typeface="Montserrat Semi-Bold"/>
                <a:ea typeface="Montserrat Semi-Bold"/>
                <a:cs typeface="Montserrat Semi-Bold"/>
                <a:sym typeface="Montserrat Semi-Bold"/>
              </a:rPr>
              <a:t>KOMUN</a:t>
            </a:r>
            <a:r>
              <a:rPr lang="en-US" b="true" sz="2198">
                <a:solidFill>
                  <a:srgbClr val="FFFFFF"/>
                </a:solidFill>
                <a:latin typeface="Montserrat Semi-Bold"/>
                <a:ea typeface="Montserrat Semi-Bold"/>
                <a:cs typeface="Montserrat Semi-Bold"/>
                <a:sym typeface="Montserrat Semi-Bold"/>
              </a:rPr>
              <a:t>IKASI PENGGUNA</a:t>
            </a:r>
          </a:p>
        </p:txBody>
      </p:sp>
      <p:sp>
        <p:nvSpPr>
          <p:cNvPr name="TextBox 27" id="27"/>
          <p:cNvSpPr txBox="true"/>
          <p:nvPr/>
        </p:nvSpPr>
        <p:spPr>
          <a:xfrm rot="0">
            <a:off x="4751366" y="3130356"/>
            <a:ext cx="8785269" cy="1564012"/>
          </a:xfrm>
          <a:prstGeom prst="rect">
            <a:avLst/>
          </a:prstGeom>
        </p:spPr>
        <p:txBody>
          <a:bodyPr anchor="t" rtlCol="false" tIns="0" lIns="0" bIns="0" rIns="0">
            <a:spAutoFit/>
          </a:bodyPr>
          <a:lstStyle/>
          <a:p>
            <a:pPr algn="ctr" marL="0" indent="0" lvl="0">
              <a:lnSpc>
                <a:spcPts val="2519"/>
              </a:lnSpc>
            </a:pPr>
            <a:r>
              <a:rPr lang="en-US" b="true" sz="1799">
                <a:solidFill>
                  <a:srgbClr val="578FEC"/>
                </a:solidFill>
                <a:latin typeface="Montserrat Medium"/>
                <a:ea typeface="Montserrat Medium"/>
                <a:cs typeface="Montserrat Medium"/>
                <a:sym typeface="Montserrat Medium"/>
              </a:rPr>
              <a:t>Str</a:t>
            </a:r>
            <a:r>
              <a:rPr lang="en-US" b="true" sz="1799">
                <a:solidFill>
                  <a:srgbClr val="578FEC"/>
                </a:solidFill>
                <a:latin typeface="Montserrat Medium"/>
                <a:ea typeface="Montserrat Medium"/>
                <a:cs typeface="Montserrat Medium"/>
                <a:sym typeface="Montserrat Medium"/>
              </a:rPr>
              <a:t>ategi konten website NexaLab dirancang untuk memberikan informasi yang jelas, terstruktur, dan mudah dipahami oleh calon klien. Setiap halaman disusun untuk membantu pengguna mengenal perusahaan, memahami layanan yang tersedia, serta mempermudah proses komunikasi.</a:t>
            </a:r>
          </a:p>
        </p:txBody>
      </p:sp>
      <p:sp>
        <p:nvSpPr>
          <p:cNvPr name="Freeform 28" id="28"/>
          <p:cNvSpPr/>
          <p:nvPr/>
        </p:nvSpPr>
        <p:spPr>
          <a:xfrm flipH="true" flipV="false" rot="0">
            <a:off x="16246721" y="9258300"/>
            <a:ext cx="1689934" cy="805023"/>
          </a:xfrm>
          <a:custGeom>
            <a:avLst/>
            <a:gdLst/>
            <a:ahLst/>
            <a:cxnLst/>
            <a:rect r="r" b="b" t="t" l="l"/>
            <a:pathLst>
              <a:path h="805023" w="1689934">
                <a:moveTo>
                  <a:pt x="1689934" y="0"/>
                </a:moveTo>
                <a:lnTo>
                  <a:pt x="0" y="0"/>
                </a:lnTo>
                <a:lnTo>
                  <a:pt x="0" y="805023"/>
                </a:lnTo>
                <a:lnTo>
                  <a:pt x="1689934" y="805023"/>
                </a:lnTo>
                <a:lnTo>
                  <a:pt x="1689934"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9" id="29"/>
          <p:cNvSpPr/>
          <p:nvPr/>
        </p:nvSpPr>
        <p:spPr>
          <a:xfrm flipH="false" flipV="false" rot="0">
            <a:off x="60900" y="8707656"/>
            <a:ext cx="3150806" cy="1101289"/>
          </a:xfrm>
          <a:custGeom>
            <a:avLst/>
            <a:gdLst/>
            <a:ahLst/>
            <a:cxnLst/>
            <a:rect r="r" b="b" t="t" l="l"/>
            <a:pathLst>
              <a:path h="1101289" w="3150806">
                <a:moveTo>
                  <a:pt x="0" y="0"/>
                </a:moveTo>
                <a:lnTo>
                  <a:pt x="3150806" y="0"/>
                </a:lnTo>
                <a:lnTo>
                  <a:pt x="3150806" y="1101288"/>
                </a:lnTo>
                <a:lnTo>
                  <a:pt x="0" y="1101288"/>
                </a:lnTo>
                <a:lnTo>
                  <a:pt x="0" y="0"/>
                </a:lnTo>
                <a:close/>
              </a:path>
            </a:pathLst>
          </a:custGeom>
          <a:blipFill>
            <a:blip r:embed="rId9"/>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6349318" y="5019804"/>
            <a:ext cx="5590037" cy="3086100"/>
            <a:chOff x="0" y="0"/>
            <a:chExt cx="1472273" cy="812800"/>
          </a:xfrm>
        </p:grpSpPr>
        <p:sp>
          <p:nvSpPr>
            <p:cNvPr name="Freeform 4" id="4"/>
            <p:cNvSpPr/>
            <p:nvPr/>
          </p:nvSpPr>
          <p:spPr>
            <a:xfrm flipH="false" flipV="false" rot="0">
              <a:off x="0" y="0"/>
              <a:ext cx="1472273" cy="812800"/>
            </a:xfrm>
            <a:custGeom>
              <a:avLst/>
              <a:gdLst/>
              <a:ahLst/>
              <a:cxnLst/>
              <a:rect r="r" b="b" t="t" l="l"/>
              <a:pathLst>
                <a:path h="812800" w="1472273">
                  <a:moveTo>
                    <a:pt x="1392855" y="0"/>
                  </a:moveTo>
                  <a:lnTo>
                    <a:pt x="79418" y="0"/>
                  </a:lnTo>
                  <a:cubicBezTo>
                    <a:pt x="79418" y="43699"/>
                    <a:pt x="44079" y="79418"/>
                    <a:pt x="0" y="79418"/>
                  </a:cubicBezTo>
                  <a:lnTo>
                    <a:pt x="0" y="733382"/>
                  </a:lnTo>
                  <a:cubicBezTo>
                    <a:pt x="43699" y="733382"/>
                    <a:pt x="79418" y="768721"/>
                    <a:pt x="79418" y="812800"/>
                  </a:cubicBezTo>
                  <a:lnTo>
                    <a:pt x="1392855" y="812800"/>
                  </a:lnTo>
                  <a:cubicBezTo>
                    <a:pt x="1392855" y="769101"/>
                    <a:pt x="1428194" y="733382"/>
                    <a:pt x="1472273" y="733382"/>
                  </a:cubicBezTo>
                  <a:lnTo>
                    <a:pt x="1472273" y="79418"/>
                  </a:lnTo>
                  <a:cubicBezTo>
                    <a:pt x="1428574" y="79418"/>
                    <a:pt x="1392855" y="44079"/>
                    <a:pt x="1392855" y="0"/>
                  </a:cubicBezTo>
                  <a:close/>
                </a:path>
              </a:pathLst>
            </a:custGeom>
            <a:solidFill>
              <a:srgbClr val="2664EB"/>
            </a:solidFill>
          </p:spPr>
        </p:sp>
        <p:sp>
          <p:nvSpPr>
            <p:cNvPr name="TextBox 5" id="5"/>
            <p:cNvSpPr txBox="true"/>
            <p:nvPr/>
          </p:nvSpPr>
          <p:spPr>
            <a:xfrm>
              <a:off x="38100" y="0"/>
              <a:ext cx="1396073" cy="774700"/>
            </a:xfrm>
            <a:prstGeom prst="rect">
              <a:avLst/>
            </a:prstGeom>
          </p:spPr>
          <p:txBody>
            <a:bodyPr anchor="ctr" rtlCol="false" tIns="50800" lIns="50800" bIns="50800" rIns="50800"/>
            <a:lstStyle/>
            <a:p>
              <a:pPr algn="ctr" marL="0" indent="0" lvl="0">
                <a:lnSpc>
                  <a:spcPts val="3080"/>
                </a:lnSpc>
              </a:pPr>
            </a:p>
          </p:txBody>
        </p:sp>
      </p:grpSp>
      <p:grpSp>
        <p:nvGrpSpPr>
          <p:cNvPr name="Group 6" id="6"/>
          <p:cNvGrpSpPr/>
          <p:nvPr/>
        </p:nvGrpSpPr>
        <p:grpSpPr>
          <a:xfrm rot="0">
            <a:off x="549059" y="5019804"/>
            <a:ext cx="5590037" cy="3086100"/>
            <a:chOff x="0" y="0"/>
            <a:chExt cx="1472273" cy="812800"/>
          </a:xfrm>
        </p:grpSpPr>
        <p:sp>
          <p:nvSpPr>
            <p:cNvPr name="Freeform 7" id="7"/>
            <p:cNvSpPr/>
            <p:nvPr/>
          </p:nvSpPr>
          <p:spPr>
            <a:xfrm flipH="false" flipV="false" rot="0">
              <a:off x="0" y="0"/>
              <a:ext cx="1472273" cy="812800"/>
            </a:xfrm>
            <a:custGeom>
              <a:avLst/>
              <a:gdLst/>
              <a:ahLst/>
              <a:cxnLst/>
              <a:rect r="r" b="b" t="t" l="l"/>
              <a:pathLst>
                <a:path h="812800" w="1472273">
                  <a:moveTo>
                    <a:pt x="1392855" y="0"/>
                  </a:moveTo>
                  <a:lnTo>
                    <a:pt x="79418" y="0"/>
                  </a:lnTo>
                  <a:cubicBezTo>
                    <a:pt x="79418" y="43699"/>
                    <a:pt x="44079" y="79418"/>
                    <a:pt x="0" y="79418"/>
                  </a:cubicBezTo>
                  <a:lnTo>
                    <a:pt x="0" y="733382"/>
                  </a:lnTo>
                  <a:cubicBezTo>
                    <a:pt x="43699" y="733382"/>
                    <a:pt x="79418" y="768721"/>
                    <a:pt x="79418" y="812800"/>
                  </a:cubicBezTo>
                  <a:lnTo>
                    <a:pt x="1392855" y="812800"/>
                  </a:lnTo>
                  <a:cubicBezTo>
                    <a:pt x="1392855" y="769101"/>
                    <a:pt x="1428194" y="733382"/>
                    <a:pt x="1472273" y="733382"/>
                  </a:cubicBezTo>
                  <a:lnTo>
                    <a:pt x="1472273" y="79418"/>
                  </a:lnTo>
                  <a:cubicBezTo>
                    <a:pt x="1428574" y="79418"/>
                    <a:pt x="1392855" y="44079"/>
                    <a:pt x="1392855" y="0"/>
                  </a:cubicBezTo>
                  <a:close/>
                </a:path>
              </a:pathLst>
            </a:custGeom>
            <a:solidFill>
              <a:srgbClr val="2664EB"/>
            </a:solidFill>
          </p:spPr>
        </p:sp>
        <p:sp>
          <p:nvSpPr>
            <p:cNvPr name="TextBox 8" id="8"/>
            <p:cNvSpPr txBox="true"/>
            <p:nvPr/>
          </p:nvSpPr>
          <p:spPr>
            <a:xfrm>
              <a:off x="38100" y="0"/>
              <a:ext cx="1396073" cy="774700"/>
            </a:xfrm>
            <a:prstGeom prst="rect">
              <a:avLst/>
            </a:prstGeom>
          </p:spPr>
          <p:txBody>
            <a:bodyPr anchor="ctr" rtlCol="false" tIns="50800" lIns="50800" bIns="50800" rIns="50800"/>
            <a:lstStyle/>
            <a:p>
              <a:pPr algn="ctr" marL="0" indent="0" lvl="0">
                <a:lnSpc>
                  <a:spcPts val="3080"/>
                </a:lnSpc>
              </a:pPr>
            </a:p>
          </p:txBody>
        </p:sp>
      </p:grpSp>
      <p:grpSp>
        <p:nvGrpSpPr>
          <p:cNvPr name="Group 9" id="9"/>
          <p:cNvGrpSpPr/>
          <p:nvPr/>
        </p:nvGrpSpPr>
        <p:grpSpPr>
          <a:xfrm rot="0">
            <a:off x="12148904" y="5019804"/>
            <a:ext cx="5590037" cy="3086100"/>
            <a:chOff x="0" y="0"/>
            <a:chExt cx="1472273" cy="812800"/>
          </a:xfrm>
        </p:grpSpPr>
        <p:sp>
          <p:nvSpPr>
            <p:cNvPr name="Freeform 10" id="10"/>
            <p:cNvSpPr/>
            <p:nvPr/>
          </p:nvSpPr>
          <p:spPr>
            <a:xfrm flipH="false" flipV="false" rot="0">
              <a:off x="0" y="0"/>
              <a:ext cx="1472273" cy="812800"/>
            </a:xfrm>
            <a:custGeom>
              <a:avLst/>
              <a:gdLst/>
              <a:ahLst/>
              <a:cxnLst/>
              <a:rect r="r" b="b" t="t" l="l"/>
              <a:pathLst>
                <a:path h="812800" w="1472273">
                  <a:moveTo>
                    <a:pt x="1392855" y="0"/>
                  </a:moveTo>
                  <a:lnTo>
                    <a:pt x="79418" y="0"/>
                  </a:lnTo>
                  <a:cubicBezTo>
                    <a:pt x="79418" y="43699"/>
                    <a:pt x="44079" y="79418"/>
                    <a:pt x="0" y="79418"/>
                  </a:cubicBezTo>
                  <a:lnTo>
                    <a:pt x="0" y="733382"/>
                  </a:lnTo>
                  <a:cubicBezTo>
                    <a:pt x="43699" y="733382"/>
                    <a:pt x="79418" y="768721"/>
                    <a:pt x="79418" y="812800"/>
                  </a:cubicBezTo>
                  <a:lnTo>
                    <a:pt x="1392855" y="812800"/>
                  </a:lnTo>
                  <a:cubicBezTo>
                    <a:pt x="1392855" y="769101"/>
                    <a:pt x="1428194" y="733382"/>
                    <a:pt x="1472273" y="733382"/>
                  </a:cubicBezTo>
                  <a:lnTo>
                    <a:pt x="1472273" y="79418"/>
                  </a:lnTo>
                  <a:cubicBezTo>
                    <a:pt x="1428574" y="79418"/>
                    <a:pt x="1392855" y="44079"/>
                    <a:pt x="1392855" y="0"/>
                  </a:cubicBezTo>
                  <a:close/>
                </a:path>
              </a:pathLst>
            </a:custGeom>
            <a:solidFill>
              <a:srgbClr val="2664EB"/>
            </a:solidFill>
          </p:spPr>
        </p:sp>
        <p:sp>
          <p:nvSpPr>
            <p:cNvPr name="TextBox 11" id="11"/>
            <p:cNvSpPr txBox="true"/>
            <p:nvPr/>
          </p:nvSpPr>
          <p:spPr>
            <a:xfrm>
              <a:off x="38100" y="0"/>
              <a:ext cx="1396073" cy="774700"/>
            </a:xfrm>
            <a:prstGeom prst="rect">
              <a:avLst/>
            </a:prstGeom>
          </p:spPr>
          <p:txBody>
            <a:bodyPr anchor="ctr" rtlCol="false" tIns="50800" lIns="50800" bIns="50800" rIns="50800"/>
            <a:lstStyle/>
            <a:p>
              <a:pPr algn="ctr" marL="0" indent="0" lvl="0">
                <a:lnSpc>
                  <a:spcPts val="3080"/>
                </a:lnSpc>
              </a:pPr>
            </a:p>
          </p:txBody>
        </p:sp>
      </p:grpSp>
      <p:grpSp>
        <p:nvGrpSpPr>
          <p:cNvPr name="Group 12" id="12"/>
          <p:cNvGrpSpPr/>
          <p:nvPr/>
        </p:nvGrpSpPr>
        <p:grpSpPr>
          <a:xfrm rot="0">
            <a:off x="-2013711" y="9874554"/>
            <a:ext cx="9010505" cy="824891"/>
            <a:chOff x="0" y="0"/>
            <a:chExt cx="2373137" cy="217255"/>
          </a:xfrm>
        </p:grpSpPr>
        <p:sp>
          <p:nvSpPr>
            <p:cNvPr name="Freeform 13" id="13"/>
            <p:cNvSpPr/>
            <p:nvPr/>
          </p:nvSpPr>
          <p:spPr>
            <a:xfrm flipH="false" flipV="false" rot="0">
              <a:off x="0" y="0"/>
              <a:ext cx="2373137" cy="217255"/>
            </a:xfrm>
            <a:custGeom>
              <a:avLst/>
              <a:gdLst/>
              <a:ahLst/>
              <a:cxnLst/>
              <a:rect r="r" b="b" t="t" l="l"/>
              <a:pathLst>
                <a:path h="217255" w="2373137">
                  <a:moveTo>
                    <a:pt x="2169937" y="0"/>
                  </a:moveTo>
                  <a:lnTo>
                    <a:pt x="0" y="0"/>
                  </a:lnTo>
                  <a:lnTo>
                    <a:pt x="203200" y="217255"/>
                  </a:lnTo>
                  <a:lnTo>
                    <a:pt x="2373137" y="217255"/>
                  </a:lnTo>
                  <a:lnTo>
                    <a:pt x="2169937" y="0"/>
                  </a:lnTo>
                  <a:close/>
                </a:path>
              </a:pathLst>
            </a:custGeom>
            <a:gradFill rotWithShape="true">
              <a:gsLst>
                <a:gs pos="0">
                  <a:srgbClr val="1800AD">
                    <a:alpha val="100000"/>
                  </a:srgbClr>
                </a:gs>
                <a:gs pos="100000">
                  <a:srgbClr val="040268">
                    <a:alpha val="100000"/>
                  </a:srgbClr>
                </a:gs>
              </a:gsLst>
              <a:lin ang="0"/>
            </a:gradFill>
          </p:spPr>
        </p:sp>
        <p:sp>
          <p:nvSpPr>
            <p:cNvPr name="TextBox 14" id="14"/>
            <p:cNvSpPr txBox="true"/>
            <p:nvPr/>
          </p:nvSpPr>
          <p:spPr>
            <a:xfrm>
              <a:off x="101600" y="-38100"/>
              <a:ext cx="2169937" cy="255355"/>
            </a:xfrm>
            <a:prstGeom prst="rect">
              <a:avLst/>
            </a:prstGeom>
          </p:spPr>
          <p:txBody>
            <a:bodyPr anchor="ctr" rtlCol="false" tIns="50800" lIns="50800" bIns="50800" rIns="50800"/>
            <a:lstStyle/>
            <a:p>
              <a:pPr algn="ctr" marL="0" indent="0" lvl="0">
                <a:lnSpc>
                  <a:spcPts val="3080"/>
                </a:lnSpc>
              </a:pPr>
            </a:p>
          </p:txBody>
        </p:sp>
      </p:grpSp>
      <p:grpSp>
        <p:nvGrpSpPr>
          <p:cNvPr name="Group 15" id="15"/>
          <p:cNvGrpSpPr/>
          <p:nvPr/>
        </p:nvGrpSpPr>
        <p:grpSpPr>
          <a:xfrm rot="0">
            <a:off x="11797593" y="-412446"/>
            <a:ext cx="9010505" cy="824891"/>
            <a:chOff x="0" y="0"/>
            <a:chExt cx="2373137" cy="217255"/>
          </a:xfrm>
        </p:grpSpPr>
        <p:sp>
          <p:nvSpPr>
            <p:cNvPr name="Freeform 16" id="16"/>
            <p:cNvSpPr/>
            <p:nvPr/>
          </p:nvSpPr>
          <p:spPr>
            <a:xfrm flipH="false" flipV="false" rot="0">
              <a:off x="0" y="0"/>
              <a:ext cx="2373137" cy="217255"/>
            </a:xfrm>
            <a:custGeom>
              <a:avLst/>
              <a:gdLst/>
              <a:ahLst/>
              <a:cxnLst/>
              <a:rect r="r" b="b" t="t" l="l"/>
              <a:pathLst>
                <a:path h="217255" w="2373137">
                  <a:moveTo>
                    <a:pt x="2169937" y="0"/>
                  </a:moveTo>
                  <a:lnTo>
                    <a:pt x="0" y="0"/>
                  </a:lnTo>
                  <a:lnTo>
                    <a:pt x="203200" y="217255"/>
                  </a:lnTo>
                  <a:lnTo>
                    <a:pt x="2373137" y="217255"/>
                  </a:lnTo>
                  <a:lnTo>
                    <a:pt x="2169937" y="0"/>
                  </a:lnTo>
                  <a:close/>
                </a:path>
              </a:pathLst>
            </a:custGeom>
            <a:gradFill rotWithShape="true">
              <a:gsLst>
                <a:gs pos="0">
                  <a:srgbClr val="1800AD">
                    <a:alpha val="100000"/>
                  </a:srgbClr>
                </a:gs>
                <a:gs pos="100000">
                  <a:srgbClr val="040268">
                    <a:alpha val="100000"/>
                  </a:srgbClr>
                </a:gs>
              </a:gsLst>
              <a:lin ang="0"/>
            </a:gradFill>
          </p:spPr>
        </p:sp>
        <p:sp>
          <p:nvSpPr>
            <p:cNvPr name="TextBox 17" id="17"/>
            <p:cNvSpPr txBox="true"/>
            <p:nvPr/>
          </p:nvSpPr>
          <p:spPr>
            <a:xfrm>
              <a:off x="101600" y="-38100"/>
              <a:ext cx="2169937" cy="255355"/>
            </a:xfrm>
            <a:prstGeom prst="rect">
              <a:avLst/>
            </a:prstGeom>
          </p:spPr>
          <p:txBody>
            <a:bodyPr anchor="ctr" rtlCol="false" tIns="50800" lIns="50800" bIns="50800" rIns="50800"/>
            <a:lstStyle/>
            <a:p>
              <a:pPr algn="ctr" marL="0" indent="0" lvl="0">
                <a:lnSpc>
                  <a:spcPts val="3080"/>
                </a:lnSpc>
              </a:pPr>
            </a:p>
          </p:txBody>
        </p:sp>
      </p:grpSp>
      <p:sp>
        <p:nvSpPr>
          <p:cNvPr name="Freeform 18" id="18"/>
          <p:cNvSpPr/>
          <p:nvPr/>
        </p:nvSpPr>
        <p:spPr>
          <a:xfrm flipH="false" flipV="false" rot="0">
            <a:off x="1636303" y="1197754"/>
            <a:ext cx="2501442" cy="1105182"/>
          </a:xfrm>
          <a:custGeom>
            <a:avLst/>
            <a:gdLst/>
            <a:ahLst/>
            <a:cxnLst/>
            <a:rect r="r" b="b" t="t" l="l"/>
            <a:pathLst>
              <a:path h="1105182" w="2501442">
                <a:moveTo>
                  <a:pt x="0" y="0"/>
                </a:moveTo>
                <a:lnTo>
                  <a:pt x="2501442" y="0"/>
                </a:lnTo>
                <a:lnTo>
                  <a:pt x="2501442" y="1105182"/>
                </a:lnTo>
                <a:lnTo>
                  <a:pt x="0" y="11051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true" flipV="false" rot="0">
            <a:off x="13954800" y="3628387"/>
            <a:ext cx="3136665" cy="698559"/>
          </a:xfrm>
          <a:custGeom>
            <a:avLst/>
            <a:gdLst/>
            <a:ahLst/>
            <a:cxnLst/>
            <a:rect r="r" b="b" t="t" l="l"/>
            <a:pathLst>
              <a:path h="698559" w="3136665">
                <a:moveTo>
                  <a:pt x="3136665" y="0"/>
                </a:moveTo>
                <a:lnTo>
                  <a:pt x="0" y="0"/>
                </a:lnTo>
                <a:lnTo>
                  <a:pt x="0" y="698559"/>
                </a:lnTo>
                <a:lnTo>
                  <a:pt x="3136665" y="698559"/>
                </a:lnTo>
                <a:lnTo>
                  <a:pt x="313666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0" id="20"/>
          <p:cNvSpPr txBox="true"/>
          <p:nvPr/>
        </p:nvSpPr>
        <p:spPr>
          <a:xfrm rot="0">
            <a:off x="4682859" y="1340629"/>
            <a:ext cx="8922281" cy="1221107"/>
          </a:xfrm>
          <a:prstGeom prst="rect">
            <a:avLst/>
          </a:prstGeom>
        </p:spPr>
        <p:txBody>
          <a:bodyPr anchor="t" rtlCol="false" tIns="0" lIns="0" bIns="0" rIns="0">
            <a:spAutoFit/>
          </a:bodyPr>
          <a:lstStyle/>
          <a:p>
            <a:pPr algn="ctr" marL="0" indent="0" lvl="0">
              <a:lnSpc>
                <a:spcPts val="8460"/>
              </a:lnSpc>
            </a:pPr>
            <a:r>
              <a:rPr lang="en-US" b="true" sz="9000">
                <a:solidFill>
                  <a:srgbClr val="015FEF"/>
                </a:solidFill>
                <a:latin typeface="Poppins Bold"/>
                <a:ea typeface="Poppins Bold"/>
                <a:cs typeface="Poppins Bold"/>
                <a:sym typeface="Poppins Bold"/>
              </a:rPr>
              <a:t>FUTURE GOALS</a:t>
            </a:r>
          </a:p>
        </p:txBody>
      </p:sp>
      <p:sp>
        <p:nvSpPr>
          <p:cNvPr name="TextBox 21" id="21"/>
          <p:cNvSpPr txBox="true"/>
          <p:nvPr/>
        </p:nvSpPr>
        <p:spPr>
          <a:xfrm rot="0">
            <a:off x="6730123" y="6031596"/>
            <a:ext cx="4828425" cy="1878603"/>
          </a:xfrm>
          <a:prstGeom prst="rect">
            <a:avLst/>
          </a:prstGeom>
        </p:spPr>
        <p:txBody>
          <a:bodyPr anchor="t" rtlCol="false" tIns="0" lIns="0" bIns="0" rIns="0">
            <a:spAutoFit/>
          </a:bodyPr>
          <a:lstStyle/>
          <a:p>
            <a:pPr algn="ctr" marL="0" indent="0" lvl="0">
              <a:lnSpc>
                <a:spcPts val="2504"/>
              </a:lnSpc>
            </a:pPr>
            <a:r>
              <a:rPr lang="en-US" b="true" sz="1789">
                <a:solidFill>
                  <a:srgbClr val="FFFFFF"/>
                </a:solidFill>
                <a:latin typeface="Montserrat Medium"/>
                <a:ea typeface="Montserrat Medium"/>
                <a:cs typeface="Montserrat Medium"/>
                <a:sym typeface="Montserrat Medium"/>
              </a:rPr>
              <a:t>Pengembangan selanjutnya akan berfokus pada penyempurnaan navigasi, responsivitas tampilan, serta kemudahan pengguna dalam mengakses informasi pada berbagai perangkat.</a:t>
            </a:r>
          </a:p>
          <a:p>
            <a:pPr algn="ctr" marL="0" indent="0" lvl="0">
              <a:lnSpc>
                <a:spcPts val="2504"/>
              </a:lnSpc>
            </a:pPr>
          </a:p>
        </p:txBody>
      </p:sp>
      <p:sp>
        <p:nvSpPr>
          <p:cNvPr name="TextBox 22" id="22"/>
          <p:cNvSpPr txBox="true"/>
          <p:nvPr/>
        </p:nvSpPr>
        <p:spPr>
          <a:xfrm rot="0">
            <a:off x="929864" y="6031596"/>
            <a:ext cx="4828425" cy="1878603"/>
          </a:xfrm>
          <a:prstGeom prst="rect">
            <a:avLst/>
          </a:prstGeom>
        </p:spPr>
        <p:txBody>
          <a:bodyPr anchor="t" rtlCol="false" tIns="0" lIns="0" bIns="0" rIns="0">
            <a:spAutoFit/>
          </a:bodyPr>
          <a:lstStyle/>
          <a:p>
            <a:pPr algn="ctr" marL="0" indent="0" lvl="0">
              <a:lnSpc>
                <a:spcPts val="2504"/>
              </a:lnSpc>
            </a:pPr>
            <a:r>
              <a:rPr lang="en-US" b="true" sz="1789">
                <a:solidFill>
                  <a:srgbClr val="FFFFFF"/>
                </a:solidFill>
                <a:latin typeface="Montserrat Medium"/>
                <a:ea typeface="Montserrat Medium"/>
                <a:cs typeface="Montserrat Medium"/>
                <a:sym typeface="Montserrat Medium"/>
              </a:rPr>
              <a:t>W</a:t>
            </a:r>
            <a:r>
              <a:rPr lang="en-US" b="true" sz="1789">
                <a:solidFill>
                  <a:srgbClr val="FFFFFF"/>
                </a:solidFill>
                <a:latin typeface="Montserrat Medium"/>
                <a:ea typeface="Montserrat Medium"/>
                <a:cs typeface="Montserrat Medium"/>
                <a:sym typeface="Montserrat Medium"/>
              </a:rPr>
              <a:t>ireframe dan prototype yang telah dirancang akan dikembangkan menjadi website interaktif dengan tetap mempertahankan struktur, desain, dan identitas visual yang telah dibuat.</a:t>
            </a:r>
          </a:p>
          <a:p>
            <a:pPr algn="ctr" marL="0" indent="0" lvl="0">
              <a:lnSpc>
                <a:spcPts val="2504"/>
              </a:lnSpc>
            </a:pPr>
          </a:p>
        </p:txBody>
      </p:sp>
      <p:sp>
        <p:nvSpPr>
          <p:cNvPr name="TextBox 23" id="23"/>
          <p:cNvSpPr txBox="true"/>
          <p:nvPr/>
        </p:nvSpPr>
        <p:spPr>
          <a:xfrm rot="0">
            <a:off x="12529710" y="6031596"/>
            <a:ext cx="4828425" cy="1564278"/>
          </a:xfrm>
          <a:prstGeom prst="rect">
            <a:avLst/>
          </a:prstGeom>
        </p:spPr>
        <p:txBody>
          <a:bodyPr anchor="t" rtlCol="false" tIns="0" lIns="0" bIns="0" rIns="0">
            <a:spAutoFit/>
          </a:bodyPr>
          <a:lstStyle/>
          <a:p>
            <a:pPr algn="ctr" marL="0" indent="0" lvl="0">
              <a:lnSpc>
                <a:spcPts val="2504"/>
              </a:lnSpc>
            </a:pPr>
            <a:r>
              <a:rPr lang="en-US" b="true" sz="1789">
                <a:solidFill>
                  <a:srgbClr val="FFFFFF"/>
                </a:solidFill>
                <a:latin typeface="Montserrat Medium"/>
                <a:ea typeface="Montserrat Medium"/>
                <a:cs typeface="Montserrat Medium"/>
                <a:sym typeface="Montserrat Medium"/>
              </a:rPr>
              <a:t>W</a:t>
            </a:r>
            <a:r>
              <a:rPr lang="en-US" b="true" sz="1789">
                <a:solidFill>
                  <a:srgbClr val="FFFFFF"/>
                </a:solidFill>
                <a:latin typeface="Montserrat Medium"/>
                <a:ea typeface="Montserrat Medium"/>
                <a:cs typeface="Montserrat Medium"/>
                <a:sym typeface="Montserrat Medium"/>
              </a:rPr>
              <a:t>ebsite akan dilengkapi dengan fitur tambahan seperti halaman portofolio, profil tim, form kontak interaktif, serta elemen pendukung lainnya untuk meningkatkan fungsionalitas website.</a:t>
            </a:r>
          </a:p>
        </p:txBody>
      </p:sp>
      <p:sp>
        <p:nvSpPr>
          <p:cNvPr name="TextBox 24" id="24"/>
          <p:cNvSpPr txBox="true"/>
          <p:nvPr/>
        </p:nvSpPr>
        <p:spPr>
          <a:xfrm rot="0">
            <a:off x="6996794" y="5452178"/>
            <a:ext cx="4295084" cy="372784"/>
          </a:xfrm>
          <a:prstGeom prst="rect">
            <a:avLst/>
          </a:prstGeom>
        </p:spPr>
        <p:txBody>
          <a:bodyPr anchor="t" rtlCol="false" tIns="0" lIns="0" bIns="0" rIns="0">
            <a:spAutoFit/>
          </a:bodyPr>
          <a:lstStyle/>
          <a:p>
            <a:pPr algn="ctr" marL="0" indent="0" lvl="0">
              <a:lnSpc>
                <a:spcPts val="3077"/>
              </a:lnSpc>
            </a:pPr>
            <a:r>
              <a:rPr lang="en-US" b="true" sz="2198">
                <a:solidFill>
                  <a:srgbClr val="FFFFFF"/>
                </a:solidFill>
                <a:latin typeface="Montserrat Semi-Bold"/>
                <a:ea typeface="Montserrat Semi-Bold"/>
                <a:cs typeface="Montserrat Semi-Bold"/>
                <a:sym typeface="Montserrat Semi-Bold"/>
              </a:rPr>
              <a:t>OPTIMASI</a:t>
            </a:r>
          </a:p>
        </p:txBody>
      </p:sp>
      <p:sp>
        <p:nvSpPr>
          <p:cNvPr name="TextBox 25" id="25"/>
          <p:cNvSpPr txBox="true"/>
          <p:nvPr/>
        </p:nvSpPr>
        <p:spPr>
          <a:xfrm rot="0">
            <a:off x="1636303" y="5452178"/>
            <a:ext cx="3415548" cy="372784"/>
          </a:xfrm>
          <a:prstGeom prst="rect">
            <a:avLst/>
          </a:prstGeom>
        </p:spPr>
        <p:txBody>
          <a:bodyPr anchor="t" rtlCol="false" tIns="0" lIns="0" bIns="0" rIns="0">
            <a:spAutoFit/>
          </a:bodyPr>
          <a:lstStyle/>
          <a:p>
            <a:pPr algn="ctr" marL="0" indent="0" lvl="0">
              <a:lnSpc>
                <a:spcPts val="3077"/>
              </a:lnSpc>
            </a:pPr>
            <a:r>
              <a:rPr lang="en-US" b="true" sz="2198">
                <a:solidFill>
                  <a:srgbClr val="FFFFFF"/>
                </a:solidFill>
                <a:latin typeface="Montserrat Semi-Bold"/>
                <a:ea typeface="Montserrat Semi-Bold"/>
                <a:cs typeface="Montserrat Semi-Bold"/>
                <a:sym typeface="Montserrat Semi-Bold"/>
              </a:rPr>
              <a:t>IMPLEMENTASI</a:t>
            </a:r>
          </a:p>
        </p:txBody>
      </p:sp>
      <p:sp>
        <p:nvSpPr>
          <p:cNvPr name="TextBox 26" id="26"/>
          <p:cNvSpPr txBox="true"/>
          <p:nvPr/>
        </p:nvSpPr>
        <p:spPr>
          <a:xfrm rot="0">
            <a:off x="12796381" y="5452178"/>
            <a:ext cx="4295084" cy="372784"/>
          </a:xfrm>
          <a:prstGeom prst="rect">
            <a:avLst/>
          </a:prstGeom>
        </p:spPr>
        <p:txBody>
          <a:bodyPr anchor="t" rtlCol="false" tIns="0" lIns="0" bIns="0" rIns="0">
            <a:spAutoFit/>
          </a:bodyPr>
          <a:lstStyle/>
          <a:p>
            <a:pPr algn="ctr" marL="0" indent="0" lvl="0">
              <a:lnSpc>
                <a:spcPts val="3077"/>
              </a:lnSpc>
            </a:pPr>
            <a:r>
              <a:rPr lang="en-US" b="true" sz="2198">
                <a:solidFill>
                  <a:srgbClr val="FFFFFF"/>
                </a:solidFill>
                <a:latin typeface="Montserrat Semi-Bold"/>
                <a:ea typeface="Montserrat Semi-Bold"/>
                <a:cs typeface="Montserrat Semi-Bold"/>
                <a:sym typeface="Montserrat Semi-Bold"/>
              </a:rPr>
              <a:t>PENGEMBANGAN</a:t>
            </a:r>
          </a:p>
        </p:txBody>
      </p:sp>
      <p:sp>
        <p:nvSpPr>
          <p:cNvPr name="TextBox 27" id="27"/>
          <p:cNvSpPr txBox="true"/>
          <p:nvPr/>
        </p:nvSpPr>
        <p:spPr>
          <a:xfrm rot="0">
            <a:off x="4682859" y="3115165"/>
            <a:ext cx="8785269" cy="1656988"/>
          </a:xfrm>
          <a:prstGeom prst="rect">
            <a:avLst/>
          </a:prstGeom>
        </p:spPr>
        <p:txBody>
          <a:bodyPr anchor="t" rtlCol="false" tIns="0" lIns="0" bIns="0" rIns="0">
            <a:spAutoFit/>
          </a:bodyPr>
          <a:lstStyle/>
          <a:p>
            <a:pPr algn="ctr" marL="0" indent="0" lvl="0">
              <a:lnSpc>
                <a:spcPts val="2644"/>
              </a:lnSpc>
            </a:pPr>
            <a:r>
              <a:rPr lang="en-US" b="true" sz="1889">
                <a:solidFill>
                  <a:srgbClr val="000000"/>
                </a:solidFill>
                <a:latin typeface="Montserrat Medium"/>
                <a:ea typeface="Montserrat Medium"/>
                <a:cs typeface="Montserrat Medium"/>
                <a:sym typeface="Montserrat Medium"/>
              </a:rPr>
              <a:t>Prototype websit</a:t>
            </a:r>
            <a:r>
              <a:rPr lang="en-US" b="true" sz="1889">
                <a:solidFill>
                  <a:srgbClr val="000000"/>
                </a:solidFill>
                <a:latin typeface="Montserrat Medium"/>
                <a:ea typeface="Montserrat Medium"/>
                <a:cs typeface="Montserrat Medium"/>
                <a:sym typeface="Montserrat Medium"/>
              </a:rPr>
              <a:t>e NexaLab yang telah dirancang menggunakan Figma akan menjadi dasar pengembangan pada tahap implementasi. Perancangan ini difokuskan untuk menghasilkan website yang modern, responsif, dan mampu memberikan pengalaman pengguna yang optimal.</a:t>
            </a:r>
          </a:p>
        </p:txBody>
      </p:sp>
      <p:sp>
        <p:nvSpPr>
          <p:cNvPr name="Freeform 28" id="28"/>
          <p:cNvSpPr/>
          <p:nvPr/>
        </p:nvSpPr>
        <p:spPr>
          <a:xfrm flipH="true" flipV="false" rot="0">
            <a:off x="16246721" y="9258300"/>
            <a:ext cx="1689934" cy="805023"/>
          </a:xfrm>
          <a:custGeom>
            <a:avLst/>
            <a:gdLst/>
            <a:ahLst/>
            <a:cxnLst/>
            <a:rect r="r" b="b" t="t" l="l"/>
            <a:pathLst>
              <a:path h="805023" w="1689934">
                <a:moveTo>
                  <a:pt x="1689934" y="0"/>
                </a:moveTo>
                <a:lnTo>
                  <a:pt x="0" y="0"/>
                </a:lnTo>
                <a:lnTo>
                  <a:pt x="0" y="805023"/>
                </a:lnTo>
                <a:lnTo>
                  <a:pt x="1689934" y="805023"/>
                </a:lnTo>
                <a:lnTo>
                  <a:pt x="1689934"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9" id="29"/>
          <p:cNvSpPr/>
          <p:nvPr/>
        </p:nvSpPr>
        <p:spPr>
          <a:xfrm flipH="false" flipV="false" rot="0">
            <a:off x="60900" y="8707656"/>
            <a:ext cx="3150806" cy="1101289"/>
          </a:xfrm>
          <a:custGeom>
            <a:avLst/>
            <a:gdLst/>
            <a:ahLst/>
            <a:cxnLst/>
            <a:rect r="r" b="b" t="t" l="l"/>
            <a:pathLst>
              <a:path h="1101289" w="3150806">
                <a:moveTo>
                  <a:pt x="0" y="0"/>
                </a:moveTo>
                <a:lnTo>
                  <a:pt x="3150806" y="0"/>
                </a:lnTo>
                <a:lnTo>
                  <a:pt x="3150806" y="1101288"/>
                </a:lnTo>
                <a:lnTo>
                  <a:pt x="0" y="1101288"/>
                </a:lnTo>
                <a:lnTo>
                  <a:pt x="0" y="0"/>
                </a:lnTo>
                <a:close/>
              </a:path>
            </a:pathLst>
          </a:custGeom>
          <a:blipFill>
            <a:blip r:embed="rId9"/>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DAHL5Vu9F3k</dc:identifier>
  <dcterms:modified xsi:type="dcterms:W3CDTF">2011-08-01T06:04:30Z</dcterms:modified>
  <cp:revision>1</cp:revision>
  <dc:title>UTS WEB Group3</dc:title>
</cp:coreProperties>
</file>